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89b34ee8d499d" /><Relationship Type="http://schemas.openxmlformats.org/officeDocument/2006/relationships/extended-properties" Target="/docProps/app.xml" Id="R32929080cf4b43e1" /><Relationship Type="http://schemas.openxmlformats.org/officeDocument/2006/relationships/officeDocument" Target="/ppt/presentation.xml" Id="R0204a227015842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db6fc516c411b"/>
  </p:sldMasterIdLst>
  <p:notesMasterIdLst>
    <p:notesMasterId xmlns:r="http://schemas.openxmlformats.org/officeDocument/2006/relationships" r:id="Rc17a3660132540e4"/>
  </p:notesMasterIdLst>
  <p:sldIdLst>
    <p:sldId xmlns:r="http://schemas.openxmlformats.org/officeDocument/2006/relationships" id="256" r:id="R70d2f39bd88e475a"/>
    <p:sldId xmlns:r="http://schemas.openxmlformats.org/officeDocument/2006/relationships" id="257" r:id="Rc853462b32ae45dc"/>
    <p:sldId xmlns:r="http://schemas.openxmlformats.org/officeDocument/2006/relationships" id="258" r:id="R849b4d8e037d47e8"/>
    <p:sldId xmlns:r="http://schemas.openxmlformats.org/officeDocument/2006/relationships" id="259" r:id="R7f5a9f8dffc640c2"/>
    <p:sldId xmlns:r="http://schemas.openxmlformats.org/officeDocument/2006/relationships" id="260" r:id="Ra5caf1ae00994317"/>
    <p:sldId xmlns:r="http://schemas.openxmlformats.org/officeDocument/2006/relationships" id="261" r:id="Rc0480967de104496"/>
    <p:sldId xmlns:r="http://schemas.openxmlformats.org/officeDocument/2006/relationships" id="262" r:id="R386048cb68184ae0"/>
    <p:sldId xmlns:r="http://schemas.openxmlformats.org/officeDocument/2006/relationships" id="263" r:id="R983ca830e1684c10"/>
    <p:sldId xmlns:r="http://schemas.openxmlformats.org/officeDocument/2006/relationships" id="264" r:id="R2ac440ab94794d9f"/>
    <p:sldId xmlns:r="http://schemas.openxmlformats.org/officeDocument/2006/relationships" id="265" r:id="R705e4dee728e410e"/>
    <p:sldId xmlns:r="http://schemas.openxmlformats.org/officeDocument/2006/relationships" id="266" r:id="Rec391458b964499a"/>
    <p:sldId xmlns:r="http://schemas.openxmlformats.org/officeDocument/2006/relationships" id="267" r:id="R28e6324778864269"/>
    <p:sldId xmlns:r="http://schemas.openxmlformats.org/officeDocument/2006/relationships" id="268" r:id="R0fd4e568e0b54de4"/>
    <p:sldId xmlns:r="http://schemas.openxmlformats.org/officeDocument/2006/relationships" id="269" r:id="R3d8b940698f54ee0"/>
    <p:sldId xmlns:r="http://schemas.openxmlformats.org/officeDocument/2006/relationships" id="270" r:id="R476cb4f663d646b6"/>
    <p:sldId xmlns:r="http://schemas.openxmlformats.org/officeDocument/2006/relationships" id="271" r:id="R2deaa9ac520b45fb"/>
    <p:sldId xmlns:r="http://schemas.openxmlformats.org/officeDocument/2006/relationships" id="272" r:id="R1c4b225f744e416d"/>
    <p:sldId xmlns:r="http://schemas.openxmlformats.org/officeDocument/2006/relationships" id="273" r:id="R0482bed42b93497c"/>
    <p:sldId xmlns:r="http://schemas.openxmlformats.org/officeDocument/2006/relationships" id="274" r:id="R5c52896f9ce3410f"/>
    <p:sldId xmlns:r="http://schemas.openxmlformats.org/officeDocument/2006/relationships" id="275" r:id="R4f47a6ab92f946a7"/>
    <p:sldId xmlns:r="http://schemas.openxmlformats.org/officeDocument/2006/relationships" id="276" r:id="Re3e1470577024c58"/>
    <p:sldId xmlns:r="http://schemas.openxmlformats.org/officeDocument/2006/relationships" id="277" r:id="Re758289534b24bfe"/>
    <p:sldId xmlns:r="http://schemas.openxmlformats.org/officeDocument/2006/relationships" id="278" r:id="R5a75843acd1344f0"/>
    <p:sldId xmlns:r="http://schemas.openxmlformats.org/officeDocument/2006/relationships" id="279" r:id="Rc0ad993b77db45a6"/>
    <p:sldId xmlns:r="http://schemas.openxmlformats.org/officeDocument/2006/relationships" id="280" r:id="R00122726c7e94b20"/>
    <p:sldId xmlns:r="http://schemas.openxmlformats.org/officeDocument/2006/relationships" id="281" r:id="R642b73bf77d54d68"/>
    <p:sldId xmlns:r="http://schemas.openxmlformats.org/officeDocument/2006/relationships" id="282" r:id="R847eaedc1dfe49e4"/>
    <p:sldId xmlns:r="http://schemas.openxmlformats.org/officeDocument/2006/relationships" id="283" r:id="R43a7d741531f41f2"/>
    <p:sldId xmlns:r="http://schemas.openxmlformats.org/officeDocument/2006/relationships" id="284" r:id="R9b44fa5801d74ba5"/>
    <p:sldId xmlns:r="http://schemas.openxmlformats.org/officeDocument/2006/relationships" id="285" r:id="R3fe6cc4c21e14941"/>
    <p:sldId xmlns:r="http://schemas.openxmlformats.org/officeDocument/2006/relationships" id="286" r:id="R609d31b392334be9"/>
    <p:sldId xmlns:r="http://schemas.openxmlformats.org/officeDocument/2006/relationships" id="287" r:id="R23892dfc20da4419"/>
    <p:sldId xmlns:r="http://schemas.openxmlformats.org/officeDocument/2006/relationships" id="288" r:id="Ra87a70e1783647df"/>
    <p:sldId xmlns:r="http://schemas.openxmlformats.org/officeDocument/2006/relationships" id="289" r:id="R08f0c082587443b2"/>
    <p:sldId xmlns:r="http://schemas.openxmlformats.org/officeDocument/2006/relationships" id="290" r:id="Rfb816d2dad6f4e3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c77cec67c484d" /><Relationship Type="http://schemas.openxmlformats.org/officeDocument/2006/relationships/slideMaster" Target="/ppt/slideMasters/slideMaster1.xml" Id="Ra8adb6fc516c411b" /><Relationship Type="http://schemas.openxmlformats.org/officeDocument/2006/relationships/notesMaster" Target="/ppt/notesMasters/notesMaster1.xml" Id="Rc17a3660132540e4" /><Relationship Type="http://schemas.openxmlformats.org/officeDocument/2006/relationships/presProps" Target="/ppt/presProps.xml" Id="R6308452215cc4c8f" /><Relationship Type="http://schemas.openxmlformats.org/officeDocument/2006/relationships/viewProps" Target="/ppt/viewProps.xml" Id="Re5e98256b67947e3" /><Relationship Type="http://schemas.openxmlformats.org/officeDocument/2006/relationships/tableStyles" Target="/ppt/tableStyles.xml" Id="R83d9f70d52cb4a52" /><Relationship Type="http://schemas.openxmlformats.org/officeDocument/2006/relationships/slide" Target="/ppt/slides/slide1.xml" Id="R70d2f39bd88e475a" /><Relationship Type="http://schemas.openxmlformats.org/officeDocument/2006/relationships/slide" Target="/ppt/slides/slide2.xml" Id="Rc853462b32ae45dc" /><Relationship Type="http://schemas.openxmlformats.org/officeDocument/2006/relationships/slide" Target="/ppt/slides/slide3.xml" Id="R849b4d8e037d47e8" /><Relationship Type="http://schemas.openxmlformats.org/officeDocument/2006/relationships/slide" Target="/ppt/slides/slide4.xml" Id="R7f5a9f8dffc640c2" /><Relationship Type="http://schemas.openxmlformats.org/officeDocument/2006/relationships/slide" Target="/ppt/slides/slide5.xml" Id="Ra5caf1ae00994317" /><Relationship Type="http://schemas.openxmlformats.org/officeDocument/2006/relationships/slide" Target="/ppt/slides/slide6.xml" Id="Rc0480967de104496" /><Relationship Type="http://schemas.openxmlformats.org/officeDocument/2006/relationships/slide" Target="/ppt/slides/slide7.xml" Id="R386048cb68184ae0" /><Relationship Type="http://schemas.openxmlformats.org/officeDocument/2006/relationships/slide" Target="/ppt/slides/slide8.xml" Id="R983ca830e1684c10" /><Relationship Type="http://schemas.openxmlformats.org/officeDocument/2006/relationships/slide" Target="/ppt/slides/slide9.xml" Id="R2ac440ab94794d9f" /><Relationship Type="http://schemas.openxmlformats.org/officeDocument/2006/relationships/slide" Target="/ppt/slides/slide10.xml" Id="R705e4dee728e410e" /><Relationship Type="http://schemas.openxmlformats.org/officeDocument/2006/relationships/slide" Target="/ppt/slides/slide11.xml" Id="Rec391458b964499a" /><Relationship Type="http://schemas.openxmlformats.org/officeDocument/2006/relationships/slide" Target="/ppt/slides/slide12.xml" Id="R28e6324778864269" /><Relationship Type="http://schemas.openxmlformats.org/officeDocument/2006/relationships/slide" Target="/ppt/slides/slide13.xml" Id="R0fd4e568e0b54de4" /><Relationship Type="http://schemas.openxmlformats.org/officeDocument/2006/relationships/slide" Target="/ppt/slides/slide14.xml" Id="R3d8b940698f54ee0" /><Relationship Type="http://schemas.openxmlformats.org/officeDocument/2006/relationships/slide" Target="/ppt/slides/slide15.xml" Id="R476cb4f663d646b6" /><Relationship Type="http://schemas.openxmlformats.org/officeDocument/2006/relationships/slide" Target="/ppt/slides/slide16.xml" Id="R2deaa9ac520b45fb" /><Relationship Type="http://schemas.openxmlformats.org/officeDocument/2006/relationships/slide" Target="/ppt/slides/slide17.xml" Id="R1c4b225f744e416d" /><Relationship Type="http://schemas.openxmlformats.org/officeDocument/2006/relationships/slide" Target="/ppt/slides/slide18.xml" Id="R0482bed42b93497c" /><Relationship Type="http://schemas.openxmlformats.org/officeDocument/2006/relationships/slide" Target="/ppt/slides/slide19.xml" Id="R5c52896f9ce3410f" /><Relationship Type="http://schemas.openxmlformats.org/officeDocument/2006/relationships/slide" Target="/ppt/slides/slide20.xml" Id="R4f47a6ab92f946a7" /><Relationship Type="http://schemas.openxmlformats.org/officeDocument/2006/relationships/slide" Target="/ppt/slides/slide21.xml" Id="Re3e1470577024c58" /><Relationship Type="http://schemas.openxmlformats.org/officeDocument/2006/relationships/slide" Target="/ppt/slides/slide22.xml" Id="Re758289534b24bfe" /><Relationship Type="http://schemas.openxmlformats.org/officeDocument/2006/relationships/slide" Target="/ppt/slides/slide23.xml" Id="R5a75843acd1344f0" /><Relationship Type="http://schemas.openxmlformats.org/officeDocument/2006/relationships/slide" Target="/ppt/slides/slide24.xml" Id="Rc0ad993b77db45a6" /><Relationship Type="http://schemas.openxmlformats.org/officeDocument/2006/relationships/slide" Target="/ppt/slides/slide25.xml" Id="R00122726c7e94b20" /><Relationship Type="http://schemas.openxmlformats.org/officeDocument/2006/relationships/slide" Target="/ppt/slides/slide26.xml" Id="R642b73bf77d54d68" /><Relationship Type="http://schemas.openxmlformats.org/officeDocument/2006/relationships/slide" Target="/ppt/slides/slide27.xml" Id="R847eaedc1dfe49e4" /><Relationship Type="http://schemas.openxmlformats.org/officeDocument/2006/relationships/slide" Target="/ppt/slides/slide28.xml" Id="R43a7d741531f41f2" /><Relationship Type="http://schemas.openxmlformats.org/officeDocument/2006/relationships/slide" Target="/ppt/slides/slide29.xml" Id="R9b44fa5801d74ba5" /><Relationship Type="http://schemas.openxmlformats.org/officeDocument/2006/relationships/slide" Target="/ppt/slides/slide30.xml" Id="R3fe6cc4c21e14941" /><Relationship Type="http://schemas.openxmlformats.org/officeDocument/2006/relationships/slide" Target="/ppt/slides/slide31.xml" Id="R609d31b392334be9" /><Relationship Type="http://schemas.openxmlformats.org/officeDocument/2006/relationships/slide" Target="/ppt/slides/slide32.xml" Id="R23892dfc20da4419" /><Relationship Type="http://schemas.openxmlformats.org/officeDocument/2006/relationships/slide" Target="/ppt/slides/slide33.xml" Id="Ra87a70e1783647df" /><Relationship Type="http://schemas.openxmlformats.org/officeDocument/2006/relationships/slide" Target="/ppt/slides/slide34.xml" Id="R08f0c082587443b2" /><Relationship Type="http://schemas.openxmlformats.org/officeDocument/2006/relationships/slide" Target="/ppt/slides/slide35.xml" Id="Rfb816d2dad6f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7040f7972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7f4d2e611447f" /><Relationship Type="http://schemas.openxmlformats.org/officeDocument/2006/relationships/notesMaster" Target="/ppt/notesMasters/notesMaster1.xml" Id="R1964d5d5f812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a6704b4f04b86" /><Relationship Type="http://schemas.openxmlformats.org/officeDocument/2006/relationships/notesMaster" Target="/ppt/notesMasters/notesMaster1.xml" Id="R9dc4a9f206ce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c269f81e5248d2" /><Relationship Type="http://schemas.openxmlformats.org/officeDocument/2006/relationships/notesMaster" Target="/ppt/notesMasters/notesMaster1.xml" Id="R238ec26cda8e43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86b9eae94446b3" /><Relationship Type="http://schemas.openxmlformats.org/officeDocument/2006/relationships/notesMaster" Target="/ppt/notesMasters/notesMaster1.xml" Id="R4db64dc9926949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34d95668534a97" /><Relationship Type="http://schemas.openxmlformats.org/officeDocument/2006/relationships/notesMaster" Target="/ppt/notesMasters/notesMaster1.xml" Id="R927922e83d674e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34bc7c7e04783" /><Relationship Type="http://schemas.openxmlformats.org/officeDocument/2006/relationships/notesMaster" Target="/ppt/notesMasters/notesMaster1.xml" Id="R4c4c96af6301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58200cb5a945f7" /><Relationship Type="http://schemas.openxmlformats.org/officeDocument/2006/relationships/notesMaster" Target="/ppt/notesMasters/notesMaster1.xml" Id="Rf6cde514b6b9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84216f55ed4456" /><Relationship Type="http://schemas.openxmlformats.org/officeDocument/2006/relationships/notesMaster" Target="/ppt/notesMasters/notesMaster1.xml" Id="R4c25c37cd767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afe7a11f9c4259" /><Relationship Type="http://schemas.openxmlformats.org/officeDocument/2006/relationships/notesMaster" Target="/ppt/notesMasters/notesMaster1.xml" Id="R497bcaf91b8e4f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f93bf65092433c" /><Relationship Type="http://schemas.openxmlformats.org/officeDocument/2006/relationships/notesMaster" Target="/ppt/notesMasters/notesMaster1.xml" Id="Rbb476949197747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b2984feee84398" /><Relationship Type="http://schemas.openxmlformats.org/officeDocument/2006/relationships/notesMaster" Target="/ppt/notesMasters/notesMaster1.xml" Id="R1d0508287cfc42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3538bc6eca4880" /><Relationship Type="http://schemas.openxmlformats.org/officeDocument/2006/relationships/notesMaster" Target="/ppt/notesMasters/notesMaster1.xml" Id="R91168631178b4d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d30cbcc55f4e94" /><Relationship Type="http://schemas.openxmlformats.org/officeDocument/2006/relationships/notesMaster" Target="/ppt/notesMasters/notesMaster1.xml" Id="Re24d94a722a448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d2c438ea2c42ee" /><Relationship Type="http://schemas.openxmlformats.org/officeDocument/2006/relationships/notesMaster" Target="/ppt/notesMasters/notesMaster1.xml" Id="R4663571fc90d4e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8cb66371524b30" /><Relationship Type="http://schemas.openxmlformats.org/officeDocument/2006/relationships/notesMaster" Target="/ppt/notesMasters/notesMaster1.xml" Id="Rf3de32a9a37640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8c1b0ce3144c65" /><Relationship Type="http://schemas.openxmlformats.org/officeDocument/2006/relationships/notesMaster" Target="/ppt/notesMasters/notesMaster1.xml" Id="R441819370c0c49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8180722d8d4ad8" /><Relationship Type="http://schemas.openxmlformats.org/officeDocument/2006/relationships/notesMaster" Target="/ppt/notesMasters/notesMaster1.xml" Id="Rc0a6212b92ae49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6e19d9125b48a2" /><Relationship Type="http://schemas.openxmlformats.org/officeDocument/2006/relationships/notesMaster" Target="/ppt/notesMasters/notesMaster1.xml" Id="R64480d89efac4c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68e4a1c3c14b23" /><Relationship Type="http://schemas.openxmlformats.org/officeDocument/2006/relationships/notesMaster" Target="/ppt/notesMasters/notesMaster1.xml" Id="Rb7e678d2247647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18efebf7c045e7" /><Relationship Type="http://schemas.openxmlformats.org/officeDocument/2006/relationships/notesMaster" Target="/ppt/notesMasters/notesMaster1.xml" Id="Refff431fd4f14e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0d1063fe73446b" /><Relationship Type="http://schemas.openxmlformats.org/officeDocument/2006/relationships/notesMaster" Target="/ppt/notesMasters/notesMaster1.xml" Id="R32c5c739aecf4b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770137d10544aa" /><Relationship Type="http://schemas.openxmlformats.org/officeDocument/2006/relationships/notesMaster" Target="/ppt/notesMasters/notesMaster1.xml" Id="Re1c5f363b6ab43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c75aeb1d0b940f2" /><Relationship Type="http://schemas.openxmlformats.org/officeDocument/2006/relationships/notesMaster" Target="/ppt/notesMasters/notesMaster1.xml" Id="Ra17356e2529f42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601e3047054931" /><Relationship Type="http://schemas.openxmlformats.org/officeDocument/2006/relationships/notesMaster" Target="/ppt/notesMasters/notesMaster1.xml" Id="R0e24e99b5f784a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356b03100849c6" /><Relationship Type="http://schemas.openxmlformats.org/officeDocument/2006/relationships/notesMaster" Target="/ppt/notesMasters/notesMaster1.xml" Id="R4ddd468f47914c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08a9f78dcd472e" /><Relationship Type="http://schemas.openxmlformats.org/officeDocument/2006/relationships/notesMaster" Target="/ppt/notesMasters/notesMaster1.xml" Id="Rff813fa3d54645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22136f7eab4c7d" /><Relationship Type="http://schemas.openxmlformats.org/officeDocument/2006/relationships/notesMaster" Target="/ppt/notesMasters/notesMaster1.xml" Id="R82d38a6c2cc94c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a8d248fff14ace" /><Relationship Type="http://schemas.openxmlformats.org/officeDocument/2006/relationships/notesMaster" Target="/ppt/notesMasters/notesMaster1.xml" Id="R37805b33e24d4b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bf440e67b243f0" /><Relationship Type="http://schemas.openxmlformats.org/officeDocument/2006/relationships/notesMaster" Target="/ppt/notesMasters/notesMaster1.xml" Id="R26eaf086b7454e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595da3ca0d4841" /><Relationship Type="http://schemas.openxmlformats.org/officeDocument/2006/relationships/notesMaster" Target="/ppt/notesMasters/notesMaster1.xml" Id="R6c0d5b62a14142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11272f32a6c4291" /><Relationship Type="http://schemas.openxmlformats.org/officeDocument/2006/relationships/notesMaster" Target="/ppt/notesMasters/notesMaster1.xml" Id="R974ea5ac828645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3ea3bb6acee4617" /><Relationship Type="http://schemas.openxmlformats.org/officeDocument/2006/relationships/notesMaster" Target="/ppt/notesMasters/notesMaster1.xml" Id="R8379ee34b88748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2a39c2cf565492f" /><Relationship Type="http://schemas.openxmlformats.org/officeDocument/2006/relationships/notesMaster" Target="/ppt/notesMasters/notesMaster1.xml" Id="Rae6f38d5994f4d0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9b5989b67a4b59" /><Relationship Type="http://schemas.openxmlformats.org/officeDocument/2006/relationships/notesMaster" Target="/ppt/notesMasters/notesMaster1.xml" Id="Rf637e7a0fb6c446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665a33ceca44d5" /><Relationship Type="http://schemas.openxmlformats.org/officeDocument/2006/relationships/notesMaster" Target="/ppt/notesMasters/notesMaster1.xml" Id="R146d46ac369b4a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图片更新于2026-10-19。左图来自同版前端实际读取调查37a0d8a1-3bfd-49f8-b841-21009fed28b8的网页截图，真实API模式，COMPLETED / SUCCEEDED_WITH_WARNINGS。原调查运行于2026-10-18，本次只读已有记录，没有重新提交调查或调用模型。右图于2026-10-19从现有网站http://127.0.0.1:18770/assistant原样截取，保留演示口径标签和120题说明；页面显示3.4s、1204、46、38%、92%、91.7%及86.2%。用户说明该组数值来自其自测，但未提供原始结果记录，本次没有独立复算或重跑。此处为网站展示口径，与后续49题正式自动匹配指标分列，未用它替换49题分母或成绩。截图来源与指纹保存在本地更新记录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用户于2026-10-19提供的最新版PPT中的团队自测汇总，整题35/49、字段77/94、风险7/10。本次统一报告与PPT的汇总口径，没有调用模型、HTTP或重新运行评分器。输入文件中的分题型明细与汇总存在差异，因此本页未合并各项最高值，也未呈现尚未核对的分题型明细。原始文件和差异核对记录保留在本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本页仅说明方案机制差异，未开展关键词检索、RAG-only与固定工作流的同口径完整配对评测。原表中旧自动匹配数字已移出，以免与第27页团队最新自测汇总混淆。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AegisAI_初赛技术讲解PPT_深色定稿版.pdf》与《AegisAI_初赛网评PPT_模板A精修版.pptx》，沿用深色定稿版视觉，融合对应系统实现、创新、工程与评测内容。历史工程记录与基准质量结果分开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39b87030d43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596ad868143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d4431d655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abe78ef934e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3cdd4767048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23dccbc25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21B535-EF91-4399-B5CB-9D05CC10F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F4CD46-E4AA-414A-B072-3E42B3A2E9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99E362-4A98-4354-9A4C-DC27DAF96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20DA64-0690-4834-BE69-58F495732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1A8064-04FF-42F6-8462-9951427D5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5AFCD0-6E08-410C-B6BB-06E74A535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1E3F32-3741-46AA-B45B-141EE29476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3CA261-9F65-42B1-B2C3-B9A6CD309A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960379-D4BB-4BC5-BD7C-3EDCF05F7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F80851-EC3B-4012-A78E-59E85F783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753125b294af3" /><Relationship Type="http://schemas.openxmlformats.org/officeDocument/2006/relationships/slideLayout" Target="/ppt/slideLayouts/slideLayout1.xml" Id="R834c3e1b2bd44886" /><Relationship Type="http://schemas.openxmlformats.org/officeDocument/2006/relationships/slideLayout" Target="/ppt/slideLayouts/slideLayout2.xml" Id="R611db1f1418d41c3" /><Relationship Type="http://schemas.openxmlformats.org/officeDocument/2006/relationships/slideLayout" Target="/ppt/slideLayouts/slideLayout3.xml" Id="R92cbc5178e834495" /><Relationship Type="http://schemas.openxmlformats.org/officeDocument/2006/relationships/slideLayout" Target="/ppt/slideLayouts/slideLayout4.xml" Id="Rb807f35f587341cd" /><Relationship Type="http://schemas.openxmlformats.org/officeDocument/2006/relationships/slideLayout" Target="/ppt/slideLayouts/slideLayout5.xml" Id="R9a985c3debca4acd" /><Relationship Type="http://schemas.openxmlformats.org/officeDocument/2006/relationships/slideLayout" Target="/ppt/slideLayouts/slideLayout6.xml" Id="R4ee7bc06738042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4c3e1b2bd44886"/>
    <p:sldLayoutId xmlns:r="http://schemas.openxmlformats.org/officeDocument/2006/relationships" id="2147483650" r:id="R611db1f1418d41c3"/>
    <p:sldLayoutId xmlns:r="http://schemas.openxmlformats.org/officeDocument/2006/relationships" id="2147483651" r:id="R92cbc5178e834495"/>
    <p:sldLayoutId xmlns:r="http://schemas.openxmlformats.org/officeDocument/2006/relationships" id="2147483652" r:id="Rb807f35f587341cd"/>
    <p:sldLayoutId xmlns:r="http://schemas.openxmlformats.org/officeDocument/2006/relationships" id="2147483653" r:id="R9a985c3debca4acd"/>
    <p:sldLayoutId xmlns:r="http://schemas.openxmlformats.org/officeDocument/2006/relationships" id="2147483654" r:id="R4ee7bc067380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c4e9fc2cd40f9" /><Relationship Type="http://schemas.openxmlformats.org/officeDocument/2006/relationships/image" Target="/ppt/media/image.jpeg" Id="R719ba79c333647c6" /><Relationship Type="http://schemas.openxmlformats.org/officeDocument/2006/relationships/notesSlide" Target="/ppt/notesSlides/notesSlide1.xml" Id="R269d8860b44a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e274b09a84217" /><Relationship Type="http://schemas.openxmlformats.org/officeDocument/2006/relationships/image" Target="/ppt/media/image2.jpeg" Id="R9b24a0b0a6cc49fb" /><Relationship Type="http://schemas.openxmlformats.org/officeDocument/2006/relationships/notesSlide" Target="/ppt/notesSlides/notesSlide2.xml" Id="R512ec1a24a2a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b61ac85c84173" /><Relationship Type="http://schemas.openxmlformats.org/officeDocument/2006/relationships/image" Target="/ppt/media/image2.jpeg" Id="R7e3d8de0f30946a8" /><Relationship Type="http://schemas.openxmlformats.org/officeDocument/2006/relationships/notesSlide" Target="/ppt/notesSlides/notesSlide3.xml" Id="Rd0f2e0ad96f84a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63fc457624c0c" /><Relationship Type="http://schemas.openxmlformats.org/officeDocument/2006/relationships/image" Target="/ppt/media/image2.jpeg" Id="Ra2a6d840c15c41f0" /><Relationship Type="http://schemas.openxmlformats.org/officeDocument/2006/relationships/notesSlide" Target="/ppt/notesSlides/notesSlide4.xml" Id="R51db01a82184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cb0da12fb4641" /><Relationship Type="http://schemas.openxmlformats.org/officeDocument/2006/relationships/image" Target="/ppt/media/image2.jpeg" Id="R9f8f69474c3a4691" /><Relationship Type="http://schemas.openxmlformats.org/officeDocument/2006/relationships/notesSlide" Target="/ppt/notesSlides/notesSlide5.xml" Id="Rbb01e52ed53e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3f63d994641c8" /><Relationship Type="http://schemas.openxmlformats.org/officeDocument/2006/relationships/image" Target="/ppt/media/image.png" Id="Re1b9e22587c14bd8" /><Relationship Type="http://schemas.openxmlformats.org/officeDocument/2006/relationships/notesSlide" Target="/ppt/notesSlides/notesSlide6.xml" Id="R3fc06f3676c742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07929ca064517" /><Relationship Type="http://schemas.openxmlformats.org/officeDocument/2006/relationships/image" Target="/ppt/media/image2.jpeg" Id="R5ce8cb281c474618" /><Relationship Type="http://schemas.openxmlformats.org/officeDocument/2006/relationships/notesSlide" Target="/ppt/notesSlides/notesSlide7.xml" Id="Rf07a726e03d84c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900cf45cb4f6e" /><Relationship Type="http://schemas.openxmlformats.org/officeDocument/2006/relationships/image" Target="/ppt/media/image2.jpeg" Id="R00747d7ada634c26" /><Relationship Type="http://schemas.openxmlformats.org/officeDocument/2006/relationships/notesSlide" Target="/ppt/notesSlides/notesSlide8.xml" Id="R662e4dd6545d43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60aef42a7404a" /><Relationship Type="http://schemas.openxmlformats.org/officeDocument/2006/relationships/image" Target="/ppt/media/image2.jpeg" Id="Re66ad2cdbfba4b94" /><Relationship Type="http://schemas.openxmlformats.org/officeDocument/2006/relationships/notesSlide" Target="/ppt/notesSlides/notesSlide9.xml" Id="R3bf21958695f44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896b2656249dd" /><Relationship Type="http://schemas.openxmlformats.org/officeDocument/2006/relationships/image" Target="/ppt/media/image2.jpeg" Id="R7886e555192e48af" /><Relationship Type="http://schemas.openxmlformats.org/officeDocument/2006/relationships/notesSlide" Target="/ppt/notesSlides/notesSlide10.xml" Id="R2e3c926f353844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1a12ddb164d15" /><Relationship Type="http://schemas.openxmlformats.org/officeDocument/2006/relationships/image" Target="/ppt/media/image2.jpeg" Id="R14af651866a145df" /><Relationship Type="http://schemas.openxmlformats.org/officeDocument/2006/relationships/notesSlide" Target="/ppt/notesSlides/notesSlide11.xml" Id="Ra1c3de36e22a4d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022b0a79e4d3c" /><Relationship Type="http://schemas.openxmlformats.org/officeDocument/2006/relationships/image" Target="/ppt/media/image2.jpeg" Id="R188b34a4d476495e" /><Relationship Type="http://schemas.openxmlformats.org/officeDocument/2006/relationships/notesSlide" Target="/ppt/notesSlides/notesSlide12.xml" Id="R21a4ce89d5f946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ab4b50b394290" /><Relationship Type="http://schemas.openxmlformats.org/officeDocument/2006/relationships/image" Target="/ppt/media/image2.jpeg" Id="R60dcdf59699c42ce" /><Relationship Type="http://schemas.openxmlformats.org/officeDocument/2006/relationships/notesSlide" Target="/ppt/notesSlides/notesSlide13.xml" Id="Rb075c75a64954e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7fef68c2c4abc" /><Relationship Type="http://schemas.openxmlformats.org/officeDocument/2006/relationships/image" Target="/ppt/media/image2.jpeg" Id="R54dbb0cbdd9c4a64" /><Relationship Type="http://schemas.openxmlformats.org/officeDocument/2006/relationships/notesSlide" Target="/ppt/notesSlides/notesSlide14.xml" Id="R5187de91acbd4f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7c6c85ed54a41" /><Relationship Type="http://schemas.openxmlformats.org/officeDocument/2006/relationships/image" Target="/ppt/media/image2.jpeg" Id="R86dc2535959e46f6" /><Relationship Type="http://schemas.openxmlformats.org/officeDocument/2006/relationships/notesSlide" Target="/ppt/notesSlides/notesSlide15.xml" Id="Rd442117e7cf64e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b0bb9bef4493d" /><Relationship Type="http://schemas.openxmlformats.org/officeDocument/2006/relationships/image" Target="/ppt/media/image2.jpeg" Id="R1d6547e18b294ef1" /><Relationship Type="http://schemas.openxmlformats.org/officeDocument/2006/relationships/notesSlide" Target="/ppt/notesSlides/notesSlide16.xml" Id="R570741a60c3b4b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dcd3b9b2f4716" /><Relationship Type="http://schemas.openxmlformats.org/officeDocument/2006/relationships/image" Target="/ppt/media/image2.jpeg" Id="R0a5be842b8a1401d" /><Relationship Type="http://schemas.openxmlformats.org/officeDocument/2006/relationships/notesSlide" Target="/ppt/notesSlides/notesSlide17.xml" Id="Rd5eff747a16a4c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787969aa048c4" /><Relationship Type="http://schemas.openxmlformats.org/officeDocument/2006/relationships/image" Target="/ppt/media/image.png" Id="Rf619c52568b74406" /><Relationship Type="http://schemas.openxmlformats.org/officeDocument/2006/relationships/notesSlide" Target="/ppt/notesSlides/notesSlide18.xml" Id="R84d19d8b24844f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067736ec54f42" /><Relationship Type="http://schemas.openxmlformats.org/officeDocument/2006/relationships/image" Target="/ppt/media/image2.jpeg" Id="Re3691a12ddf74610" /><Relationship Type="http://schemas.openxmlformats.org/officeDocument/2006/relationships/image" Target="/ppt/media/image2.png" Id="R71f01447a81f4c46" /><Relationship Type="http://schemas.openxmlformats.org/officeDocument/2006/relationships/notesSlide" Target="/ppt/notesSlides/notesSlide19.xml" Id="R958d7e3d588840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a037841b44ed7" /><Relationship Type="http://schemas.openxmlformats.org/officeDocument/2006/relationships/image" Target="/ppt/media/image2.jpeg" Id="R71e9f1e33f0c4b13" /><Relationship Type="http://schemas.openxmlformats.org/officeDocument/2006/relationships/notesSlide" Target="/ppt/notesSlides/notesSlide20.xml" Id="R877bf0d445c243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e00a5ee2f4bb7" /><Relationship Type="http://schemas.openxmlformats.org/officeDocument/2006/relationships/image" Target="/ppt/media/image2.jpeg" Id="R76ce85b076284bef" /><Relationship Type="http://schemas.openxmlformats.org/officeDocument/2006/relationships/notesSlide" Target="/ppt/notesSlides/notesSlide21.xml" Id="R6e7d212153a04b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b8d9526094be0" /><Relationship Type="http://schemas.openxmlformats.org/officeDocument/2006/relationships/image" Target="/ppt/media/image.png" Id="Rc2b041d00eb34218" /><Relationship Type="http://schemas.openxmlformats.org/officeDocument/2006/relationships/notesSlide" Target="/ppt/notesSlides/notesSlide22.xml" Id="R8685abdbcf1747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061cd44fb4f15" /><Relationship Type="http://schemas.openxmlformats.org/officeDocument/2006/relationships/image" Target="/ppt/media/image.png" Id="R7107f69da47d4231" /><Relationship Type="http://schemas.openxmlformats.org/officeDocument/2006/relationships/notesSlide" Target="/ppt/notesSlides/notesSlide23.xml" Id="R35334ed5c3fc4f5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a63ad60d24081" /><Relationship Type="http://schemas.openxmlformats.org/officeDocument/2006/relationships/image" Target="/ppt/media/image2.jpeg" Id="R45c37ad9f5774333" /><Relationship Type="http://schemas.openxmlformats.org/officeDocument/2006/relationships/notesSlide" Target="/ppt/notesSlides/notesSlide24.xml" Id="R25aadc7bbecc45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83d7f49544a75" /><Relationship Type="http://schemas.openxmlformats.org/officeDocument/2006/relationships/image" Target="/ppt/media/image2.jpeg" Id="R130b5ea886c7463f" /><Relationship Type="http://schemas.openxmlformats.org/officeDocument/2006/relationships/image" Target="/ppt/media/image3.jpeg" Id="R9a930293a313493a" /><Relationship Type="http://schemas.openxmlformats.org/officeDocument/2006/relationships/image" Target="/ppt/media/image3.png" Id="Rc21112de65444212" /><Relationship Type="http://schemas.openxmlformats.org/officeDocument/2006/relationships/notesSlide" Target="/ppt/notesSlides/notesSlide25.xml" Id="R8456f281e40044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f7fbc32d648ec" /><Relationship Type="http://schemas.openxmlformats.org/officeDocument/2006/relationships/image" Target="/ppt/media/image2.jpeg" Id="Ra0fc5f72cd7f40be" /><Relationship Type="http://schemas.openxmlformats.org/officeDocument/2006/relationships/notesSlide" Target="/ppt/notesSlides/notesSlide26.xml" Id="R3e4c5bbfab9541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91efa5e184860" /><Relationship Type="http://schemas.openxmlformats.org/officeDocument/2006/relationships/image" Target="/ppt/media/image.png" Id="R3765728012224eaa" /><Relationship Type="http://schemas.openxmlformats.org/officeDocument/2006/relationships/notesSlide" Target="/ppt/notesSlides/notesSlide27.xml" Id="Rf6471913cd2340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5b459236c4980" /><Relationship Type="http://schemas.openxmlformats.org/officeDocument/2006/relationships/image" Target="/ppt/media/image.png" Id="Rbc1fa23aa2c74aed" /><Relationship Type="http://schemas.openxmlformats.org/officeDocument/2006/relationships/notesSlide" Target="/ppt/notesSlides/notesSlide28.xml" Id="R50090167811c4b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f034e01f04a3a" /><Relationship Type="http://schemas.openxmlformats.org/officeDocument/2006/relationships/image" Target="/ppt/media/image2.jpeg" Id="R84526ba9b5c34f19" /><Relationship Type="http://schemas.openxmlformats.org/officeDocument/2006/relationships/notesSlide" Target="/ppt/notesSlides/notesSlide29.xml" Id="R7d331d47d55640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7ab902baf4b20" /><Relationship Type="http://schemas.openxmlformats.org/officeDocument/2006/relationships/image" Target="/ppt/media/image2.jpeg" Id="Re8135d9fffc647cb" /><Relationship Type="http://schemas.openxmlformats.org/officeDocument/2006/relationships/notesSlide" Target="/ppt/notesSlides/notesSlide30.xml" Id="R9f40b02f460a40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b837c2ec04fe2" /><Relationship Type="http://schemas.openxmlformats.org/officeDocument/2006/relationships/image" Target="/ppt/media/image2.jpeg" Id="R6cee06d7cfa44701" /><Relationship Type="http://schemas.openxmlformats.org/officeDocument/2006/relationships/notesSlide" Target="/ppt/notesSlides/notesSlide31.xml" Id="R45ec296a509548c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699816ce54e65" /><Relationship Type="http://schemas.openxmlformats.org/officeDocument/2006/relationships/image" Target="/ppt/media/image.png" Id="R3c373c002724455d" /><Relationship Type="http://schemas.openxmlformats.org/officeDocument/2006/relationships/notesSlide" Target="/ppt/notesSlides/notesSlide32.xml" Id="R5e82e5f2789b4d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93c731a6b4be5" /><Relationship Type="http://schemas.openxmlformats.org/officeDocument/2006/relationships/image" Target="/ppt/media/image.png" Id="Rcc05360361b64be9" /><Relationship Type="http://schemas.openxmlformats.org/officeDocument/2006/relationships/notesSlide" Target="/ppt/notesSlides/notesSlide33.xml" Id="R68f173a0c87c489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c34e112464aff" /><Relationship Type="http://schemas.openxmlformats.org/officeDocument/2006/relationships/image" Target="/ppt/media/image.png" Id="R1dee2b5dfd4d45fa" /><Relationship Type="http://schemas.openxmlformats.org/officeDocument/2006/relationships/notesSlide" Target="/ppt/notesSlides/notesSlide34.xml" Id="Rea211778772b40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b86389ee34850" /><Relationship Type="http://schemas.openxmlformats.org/officeDocument/2006/relationships/image" Target="/ppt/media/image4.jpeg" Id="R7b86c596f99342f5" /><Relationship Type="http://schemas.openxmlformats.org/officeDocument/2006/relationships/notesSlide" Target="/ppt/notesSlides/notesSlide35.xml" Id="R6e17b05c8553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585E6C94-7B44-4342-BD6A-4AC241A21B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a79c333647c6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380" y="-27305"/>
            <a:ext cx="12192000" cy="6858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90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28">
            <a:extLst xmlns:a="http://schemas.openxmlformats.org/drawingml/2006/main">
              <a:ext uri="{FF2B5EF4-FFF2-40B4-BE49-F238E27FC236}">
                <a16:creationId xmlns:a16="http://schemas.microsoft.com/office/drawing/2014/main" id="{7B7DA6AE-1C56-42F0-9F37-E0F95071F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4a0b0a6cc49fb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765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1">
            <a:extLst xmlns:a="http://schemas.openxmlformats.org/drawingml/2006/main">
              <a:ext uri="{FF2B5EF4-FFF2-40B4-BE49-F238E27FC236}">
                <a16:creationId xmlns:a16="http://schemas.microsoft.com/office/drawing/2014/main" id="{42FD2BD5-00FA-4602-BC52-CB120325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148" y="1847611"/>
            <a:ext cx="52386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2">
            <a:extLst xmlns:a="http://schemas.openxmlformats.org/drawingml/2006/main">
              <a:ext uri="{FF2B5EF4-FFF2-40B4-BE49-F238E27FC236}">
                <a16:creationId xmlns:a16="http://schemas.microsoft.com/office/drawing/2014/main" id="{3BDBCC0C-CE7D-4AB4-8A5A-7CFA287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148" y="2914349"/>
            <a:ext cx="52386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">
            <a:extLst xmlns:a="http://schemas.openxmlformats.org/drawingml/2006/main">
              <a:ext uri="{FF2B5EF4-FFF2-40B4-BE49-F238E27FC236}">
                <a16:creationId xmlns:a16="http://schemas.microsoft.com/office/drawing/2014/main" id="{9DD09F9F-6541-4D25-956A-4917873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148" y="3981430"/>
            <a:ext cx="52386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4">
            <a:extLst xmlns:a="http://schemas.openxmlformats.org/drawingml/2006/main">
              <a:ext uri="{FF2B5EF4-FFF2-40B4-BE49-F238E27FC236}">
                <a16:creationId xmlns:a16="http://schemas.microsoft.com/office/drawing/2014/main" id="{E61852A1-E65A-4BFB-904D-7574D55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148" y="5048168"/>
            <a:ext cx="52386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text-5">
            <a:extLst xmlns:a="http://schemas.openxmlformats.org/drawingml/2006/main">
              <a:ext uri="{FF2B5EF4-FFF2-40B4-BE49-F238E27FC236}">
                <a16:creationId xmlns:a16="http://schemas.microsoft.com/office/drawing/2014/main" id="{AB1AAFD2-5F82-46DE-943C-571CE357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86" y="2016160"/>
            <a:ext cx="2216245" cy="655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9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5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">
            <a:extLst xmlns:a="http://schemas.openxmlformats.org/drawingml/2006/main">
              <a:ext uri="{FF2B5EF4-FFF2-40B4-BE49-F238E27FC236}">
                <a16:creationId xmlns:a16="http://schemas.microsoft.com/office/drawing/2014/main" id="{7478E288-5418-4955-84AC-5E2C62D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2" y="3357496"/>
            <a:ext cx="2144645" cy="606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6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技术讲解</a:t>
            </a:r>
            <a:endParaRPr sz="5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10">
            <a:extLst xmlns:a="http://schemas.openxmlformats.org/drawingml/2006/main">
              <a:ext uri="{FF2B5EF4-FFF2-40B4-BE49-F238E27FC236}">
                <a16:creationId xmlns:a16="http://schemas.microsoft.com/office/drawing/2014/main" id="{0D4DBFA9-0F6F-43E5-B9D6-0F31155E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48" y="949210"/>
            <a:ext cx="697167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1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11">
            <a:extLst xmlns:a="http://schemas.openxmlformats.org/drawingml/2006/main">
              <a:ext uri="{FF2B5EF4-FFF2-40B4-BE49-F238E27FC236}">
                <a16:creationId xmlns:a16="http://schemas.microsoft.com/office/drawing/2014/main" id="{23E80DA1-D304-4DB8-9ED1-F14A63C7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504" y="977209"/>
            <a:ext cx="1493949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背景与架构</a:t>
            </a:r>
            <a:endParaRPr sz="21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12">
            <a:extLst xmlns:a="http://schemas.openxmlformats.org/drawingml/2006/main">
              <a:ext uri="{FF2B5EF4-FFF2-40B4-BE49-F238E27FC236}">
                <a16:creationId xmlns:a16="http://schemas.microsoft.com/office/drawing/2014/main" id="{552B6CD6-B7CB-4ECF-8CFC-E7A8D3A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1467754"/>
            <a:ext cx="471265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现状四大断裂（散/幻/浮/慢）、四维需求映射与六层解耦架构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13">
            <a:extLst xmlns:a="http://schemas.openxmlformats.org/drawingml/2006/main">
              <a:ext uri="{FF2B5EF4-FFF2-40B4-BE49-F238E27FC236}">
                <a16:creationId xmlns:a16="http://schemas.microsoft.com/office/drawing/2014/main" id="{994C9954-14AC-4AF0-A852-74D9C84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48" y="2016304"/>
            <a:ext cx="697167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1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14">
            <a:extLst xmlns:a="http://schemas.openxmlformats.org/drawingml/2006/main">
              <a:ext uri="{FF2B5EF4-FFF2-40B4-BE49-F238E27FC236}">
                <a16:creationId xmlns:a16="http://schemas.microsoft.com/office/drawing/2014/main" id="{3FCD9007-A9B8-4861-8C6E-EAE7646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504" y="2044303"/>
            <a:ext cx="1760726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核心机制设计</a:t>
            </a:r>
            <a:endParaRPr sz="21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15">
            <a:extLst xmlns:a="http://schemas.openxmlformats.org/drawingml/2006/main">
              <a:ext uri="{FF2B5EF4-FFF2-40B4-BE49-F238E27FC236}">
                <a16:creationId xmlns:a16="http://schemas.microsoft.com/office/drawing/2014/main" id="{4936B488-84F7-4302-8FC2-68172A9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2436926"/>
            <a:ext cx="5122656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智能体分工流水线、受约束规划、Claim-Evidence 血缘核验与确定性 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16">
            <a:extLst xmlns:a="http://schemas.openxmlformats.org/drawingml/2006/main">
              <a:ext uri="{FF2B5EF4-FFF2-40B4-BE49-F238E27FC236}">
                <a16:creationId xmlns:a16="http://schemas.microsoft.com/office/drawing/2014/main" id="{8AED13DD-4074-461D-ABB8-D1B5461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2631334"/>
            <a:ext cx="455165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Gate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17">
            <a:extLst xmlns:a="http://schemas.openxmlformats.org/drawingml/2006/main">
              <a:ext uri="{FF2B5EF4-FFF2-40B4-BE49-F238E27FC236}">
                <a16:creationId xmlns:a16="http://schemas.microsoft.com/office/drawing/2014/main" id="{4E9C44AA-3941-4DC1-89CE-30B8099E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48" y="3083029"/>
            <a:ext cx="697167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1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18">
            <a:extLst xmlns:a="http://schemas.openxmlformats.org/drawingml/2006/main">
              <a:ext uri="{FF2B5EF4-FFF2-40B4-BE49-F238E27FC236}">
                <a16:creationId xmlns:a16="http://schemas.microsoft.com/office/drawing/2014/main" id="{F1CFB4A9-A5A9-4421-8481-C7756DB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504" y="3111041"/>
            <a:ext cx="1760726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工程纵深实现</a:t>
            </a:r>
            <a:endParaRPr sz="21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19">
            <a:extLst xmlns:a="http://schemas.openxmlformats.org/drawingml/2006/main">
              <a:ext uri="{FF2B5EF4-FFF2-40B4-BE49-F238E27FC236}">
                <a16:creationId xmlns:a16="http://schemas.microsoft.com/office/drawing/2014/main" id="{00B4537D-FFF5-47BA-97FC-7D90AA9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3503664"/>
            <a:ext cx="5311862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DAG Runtime、Tool Gateway 权限三分、Model Gateway、幂等与双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20">
            <a:extLst xmlns:a="http://schemas.openxmlformats.org/drawingml/2006/main">
              <a:ext uri="{FF2B5EF4-FFF2-40B4-BE49-F238E27FC236}">
                <a16:creationId xmlns:a16="http://schemas.microsoft.com/office/drawing/2014/main" id="{908C7FE0-B01F-4276-8276-2B7B29A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3698072"/>
            <a:ext cx="907400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库安全隔离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21">
            <a:extLst xmlns:a="http://schemas.openxmlformats.org/drawingml/2006/main">
              <a:ext uri="{FF2B5EF4-FFF2-40B4-BE49-F238E27FC236}">
                <a16:creationId xmlns:a16="http://schemas.microsoft.com/office/drawing/2014/main" id="{C59274F8-F492-4746-9FED-0123ECD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48" y="4149768"/>
            <a:ext cx="697167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1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22">
            <a:extLst xmlns:a="http://schemas.openxmlformats.org/drawingml/2006/main">
              <a:ext uri="{FF2B5EF4-FFF2-40B4-BE49-F238E27FC236}">
                <a16:creationId xmlns:a16="http://schemas.microsoft.com/office/drawing/2014/main" id="{5A6183DF-924D-4BFE-8B55-564DC5FA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504" y="4177766"/>
            <a:ext cx="2027502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功能实证与评测</a:t>
            </a:r>
            <a:endParaRPr sz="21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23">
            <a:extLst xmlns:a="http://schemas.openxmlformats.org/drawingml/2006/main">
              <a:ext uri="{FF2B5EF4-FFF2-40B4-BE49-F238E27FC236}">
                <a16:creationId xmlns:a16="http://schemas.microsoft.com/office/drawing/2014/main" id="{421EE1BB-E16A-4ABA-9C7F-B76E793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4570745"/>
            <a:ext cx="5169510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原生 JS 工作台实机展示、C08/C09 端到端调查、1426 项回归与 49 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24">
            <a:extLst xmlns:a="http://schemas.openxmlformats.org/drawingml/2006/main">
              <a:ext uri="{FF2B5EF4-FFF2-40B4-BE49-F238E27FC236}">
                <a16:creationId xmlns:a16="http://schemas.microsoft.com/office/drawing/2014/main" id="{5B4462B0-8436-4C65-A70A-08698C18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4764798"/>
            <a:ext cx="583235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题评测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25">
            <a:extLst xmlns:a="http://schemas.openxmlformats.org/drawingml/2006/main">
              <a:ext uri="{FF2B5EF4-FFF2-40B4-BE49-F238E27FC236}">
                <a16:creationId xmlns:a16="http://schemas.microsoft.com/office/drawing/2014/main" id="{AEEFD418-B18E-400E-8E72-D04D2A59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48" y="5216861"/>
            <a:ext cx="697167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31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26">
            <a:extLst xmlns:a="http://schemas.openxmlformats.org/drawingml/2006/main">
              <a:ext uri="{FF2B5EF4-FFF2-40B4-BE49-F238E27FC236}">
                <a16:creationId xmlns:a16="http://schemas.microsoft.com/office/drawing/2014/main" id="{3297A210-A0CD-4616-BEC7-3C12DB57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504" y="5244860"/>
            <a:ext cx="1493949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创新与比较</a:t>
            </a:r>
            <a:endParaRPr sz="21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27">
            <a:extLst xmlns:a="http://schemas.openxmlformats.org/drawingml/2006/main">
              <a:ext uri="{FF2B5EF4-FFF2-40B4-BE49-F238E27FC236}">
                <a16:creationId xmlns:a16="http://schemas.microsoft.com/office/drawing/2014/main" id="{AFB26B08-B5B6-401E-B32F-90623B4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5735405"/>
            <a:ext cx="430266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三大核心创新总结、四条基线机制对比与初赛评分指标达成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64686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06466F85-D3E9-481C-85CD-95FB8F479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d8de0f30946a8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28">
            <a:extLst xmlns:a="http://schemas.openxmlformats.org/drawingml/2006/main">
              <a:ext uri="{FF2B5EF4-FFF2-40B4-BE49-F238E27FC236}">
                <a16:creationId xmlns:a16="http://schemas.microsoft.com/office/drawing/2014/main" id="{9E8BE6DE-0F86-458F-BA9D-0193360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29">
            <a:extLst xmlns:a="http://schemas.openxmlformats.org/drawingml/2006/main">
              <a:ext uri="{FF2B5EF4-FFF2-40B4-BE49-F238E27FC236}">
                <a16:creationId xmlns:a16="http://schemas.microsoft.com/office/drawing/2014/main" id="{B08575A3-EB7F-4A80-BF97-D65C8F3D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0">
            <a:extLst xmlns:a="http://schemas.openxmlformats.org/drawingml/2006/main">
              <a:ext uri="{FF2B5EF4-FFF2-40B4-BE49-F238E27FC236}">
                <a16:creationId xmlns:a16="http://schemas.microsoft.com/office/drawing/2014/main" id="{D224C764-F393-4D7A-9389-E1C13E7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77" y="3304957"/>
            <a:ext cx="8610541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text-31">
            <a:extLst xmlns:a="http://schemas.openxmlformats.org/drawingml/2006/main">
              <a:ext uri="{FF2B5EF4-FFF2-40B4-BE49-F238E27FC236}">
                <a16:creationId xmlns:a16="http://schemas.microsoft.com/office/drawing/2014/main" id="{04D08CBE-131D-41BB-B9A8-62CB5798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4032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32">
            <a:extLst xmlns:a="http://schemas.openxmlformats.org/drawingml/2006/main">
              <a:ext uri="{FF2B5EF4-FFF2-40B4-BE49-F238E27FC236}">
                <a16:creationId xmlns:a16="http://schemas.microsoft.com/office/drawing/2014/main" id="{0A1DB5D3-47CA-41A4-83B6-4932BE94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59593"/>
            <a:ext cx="1142302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33">
            <a:extLst xmlns:a="http://schemas.openxmlformats.org/drawingml/2006/main">
              <a:ext uri="{FF2B5EF4-FFF2-40B4-BE49-F238E27FC236}">
                <a16:creationId xmlns:a16="http://schemas.microsoft.com/office/drawing/2014/main" id="{85335C54-7723-4639-9E91-889EEFC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697815"/>
            <a:ext cx="1727891" cy="128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7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34">
            <a:extLst xmlns:a="http://schemas.openxmlformats.org/drawingml/2006/main">
              <a:ext uri="{FF2B5EF4-FFF2-40B4-BE49-F238E27FC236}">
                <a16:creationId xmlns:a16="http://schemas.microsoft.com/office/drawing/2014/main" id="{2D9FC08D-BA6E-440D-8F93-5E345D5F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28" y="1733520"/>
            <a:ext cx="2669179" cy="619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背景与架构</a:t>
            </a:r>
            <a:endParaRPr sz="37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35">
            <a:extLst xmlns:a="http://schemas.openxmlformats.org/drawingml/2006/main">
              <a:ext uri="{FF2B5EF4-FFF2-40B4-BE49-F238E27FC236}">
                <a16:creationId xmlns:a16="http://schemas.microsoft.com/office/drawing/2014/main" id="{07A7F79D-CF55-46D6-81A6-6B891BB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2646709"/>
            <a:ext cx="4639538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现状痛点 · 需求映射 · 多源监测 · 六层架构</a:t>
            </a:r>
            <a:endParaRPr sz="18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36">
            <a:extLst xmlns:a="http://schemas.openxmlformats.org/drawingml/2006/main">
              <a:ext uri="{FF2B5EF4-FFF2-40B4-BE49-F238E27FC236}">
                <a16:creationId xmlns:a16="http://schemas.microsoft.com/office/drawing/2014/main" id="{0931248B-3321-408E-A9CF-C4F4755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3637116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需求与输入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37">
            <a:extLst xmlns:a="http://schemas.openxmlformats.org/drawingml/2006/main">
              <a:ext uri="{FF2B5EF4-FFF2-40B4-BE49-F238E27FC236}">
                <a16:creationId xmlns:a16="http://schemas.microsoft.com/office/drawing/2014/main" id="{B0FB46F7-A35B-48D0-A6CF-AAF93A4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645792"/>
            <a:ext cx="6180861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直击“多源分散、大模型幻觉、脱离资产、人工滞后”四大断裂。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38">
            <a:extLst xmlns:a="http://schemas.openxmlformats.org/drawingml/2006/main">
              <a:ext uri="{FF2B5EF4-FFF2-40B4-BE49-F238E27FC236}">
                <a16:creationId xmlns:a16="http://schemas.microsoft.com/office/drawing/2014/main" id="{D0B923C3-1BDB-4EE2-9018-97704D7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4390276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监测与数据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39">
            <a:extLst xmlns:a="http://schemas.openxmlformats.org/drawingml/2006/main">
              <a:ext uri="{FF2B5EF4-FFF2-40B4-BE49-F238E27FC236}">
                <a16:creationId xmlns:a16="http://schemas.microsoft.com/office/drawing/2014/main" id="{6E164CF5-F080-4548-A76C-EDDFC0D4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397516"/>
            <a:ext cx="5554771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找全、验真、落地、及时四条需求逐一映射至已实现模块。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40">
            <a:extLst xmlns:a="http://schemas.openxmlformats.org/drawingml/2006/main">
              <a:ext uri="{FF2B5EF4-FFF2-40B4-BE49-F238E27FC236}">
                <a16:creationId xmlns:a16="http://schemas.microsoft.com/office/drawing/2014/main" id="{5F81EE17-6405-46A2-B155-140AC08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5143423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系统职责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41">
            <a:extLst xmlns:a="http://schemas.openxmlformats.org/drawingml/2006/main">
              <a:ext uri="{FF2B5EF4-FFF2-40B4-BE49-F238E27FC236}">
                <a16:creationId xmlns:a16="http://schemas.microsoft.com/office/drawing/2014/main" id="{42BA46CC-0536-4D0A-99CF-DC3A4A0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150663"/>
            <a:ext cx="580921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六层逻辑架构解耦，PostgreSQL 共享知识底座贯通全链路。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42">
            <a:extLst xmlns:a="http://schemas.openxmlformats.org/drawingml/2006/main">
              <a:ext uri="{FF2B5EF4-FFF2-40B4-BE49-F238E27FC236}">
                <a16:creationId xmlns:a16="http://schemas.microsoft.com/office/drawing/2014/main" id="{808BA04C-CF35-4C36-8F3C-10D6F90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6836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图片 27">
            <a:extLst xmlns:a="http://schemas.openxmlformats.org/drawingml/2006/main">
              <a:ext uri="{FF2B5EF4-FFF2-40B4-BE49-F238E27FC236}">
                <a16:creationId xmlns:a16="http://schemas.microsoft.com/office/drawing/2014/main" id="{DB7F1EBF-5659-418A-A332-9A5916DF54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6d840c15c41f0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43">
            <a:extLst xmlns:a="http://schemas.openxmlformats.org/drawingml/2006/main">
              <a:ext uri="{FF2B5EF4-FFF2-40B4-BE49-F238E27FC236}">
                <a16:creationId xmlns:a16="http://schemas.microsoft.com/office/drawing/2014/main" id="{131CC18D-6D0B-4B5A-A09D-2A56EBE2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44">
            <a:extLst xmlns:a="http://schemas.openxmlformats.org/drawingml/2006/main">
              <a:ext uri="{FF2B5EF4-FFF2-40B4-BE49-F238E27FC236}">
                <a16:creationId xmlns:a16="http://schemas.microsoft.com/office/drawing/2014/main" id="{23DD673F-1C5F-4572-957E-B21B9B1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45">
            <a:extLst xmlns:a="http://schemas.openxmlformats.org/drawingml/2006/main">
              <a:ext uri="{FF2B5EF4-FFF2-40B4-BE49-F238E27FC236}">
                <a16:creationId xmlns:a16="http://schemas.microsoft.com/office/drawing/2014/main" id="{2E29AD31-481E-48CA-8B11-BD42FC0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29" y="1999904"/>
            <a:ext cx="9005" cy="3152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46">
            <a:extLst xmlns:a="http://schemas.openxmlformats.org/drawingml/2006/main">
              <a:ext uri="{FF2B5EF4-FFF2-40B4-BE49-F238E27FC236}">
                <a16:creationId xmlns:a16="http://schemas.microsoft.com/office/drawing/2014/main" id="{DCBB2763-5387-4913-95BF-D2244484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48343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text-47">
            <a:extLst xmlns:a="http://schemas.openxmlformats.org/drawingml/2006/main">
              <a:ext uri="{FF2B5EF4-FFF2-40B4-BE49-F238E27FC236}">
                <a16:creationId xmlns:a16="http://schemas.microsoft.com/office/drawing/2014/main" id="{FA4D5D9B-B493-445B-9DF5-6310F64C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48">
            <a:extLst xmlns:a="http://schemas.openxmlformats.org/drawingml/2006/main">
              <a:ext uri="{FF2B5EF4-FFF2-40B4-BE49-F238E27FC236}">
                <a16:creationId xmlns:a16="http://schemas.microsoft.com/office/drawing/2014/main" id="{290136E2-EAC7-4765-8866-7B636E8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2302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49">
            <a:extLst xmlns:a="http://schemas.openxmlformats.org/drawingml/2006/main">
              <a:ext uri="{FF2B5EF4-FFF2-40B4-BE49-F238E27FC236}">
                <a16:creationId xmlns:a16="http://schemas.microsoft.com/office/drawing/2014/main" id="{CBAFC862-C3A5-48E1-9F42-816B627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601144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项目定位：将大模型非确定性输出转化为可核验、可追溯的安全结论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50">
            <a:extLst xmlns:a="http://schemas.openxmlformats.org/drawingml/2006/main">
              <a:ext uri="{FF2B5EF4-FFF2-40B4-BE49-F238E27FC236}">
                <a16:creationId xmlns:a16="http://schemas.microsoft.com/office/drawing/2014/main" id="{E478BF16-0BC1-480E-8085-298E1C4A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98039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1">
            <a:extLst xmlns:a="http://schemas.openxmlformats.org/drawingml/2006/main">
              <a:ext uri="{FF2B5EF4-FFF2-40B4-BE49-F238E27FC236}">
                <a16:creationId xmlns:a16="http://schemas.microsoft.com/office/drawing/2014/main" id="{43FE5534-5334-491C-A66A-F921AD7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26" y="1998039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处理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2">
            <a:extLst xmlns:a="http://schemas.openxmlformats.org/drawingml/2006/main">
              <a:ext uri="{FF2B5EF4-FFF2-40B4-BE49-F238E27FC236}">
                <a16:creationId xmlns:a16="http://schemas.microsoft.com/office/drawing/2014/main" id="{B3D439A7-6AD9-4930-884F-358B0700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1998039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3">
            <a:extLst xmlns:a="http://schemas.openxmlformats.org/drawingml/2006/main">
              <a:ext uri="{FF2B5EF4-FFF2-40B4-BE49-F238E27FC236}">
                <a16:creationId xmlns:a16="http://schemas.microsoft.com/office/drawing/2014/main" id="{8260E424-EA32-4671-8B60-9CCD2F5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51840"/>
            <a:ext cx="1822997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证 · 证据驱动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4">
            <a:extLst xmlns:a="http://schemas.openxmlformats.org/drawingml/2006/main">
              <a:ext uri="{FF2B5EF4-FFF2-40B4-BE49-F238E27FC236}">
                <a16:creationId xmlns:a16="http://schemas.microsoft.com/office/drawing/2014/main" id="{47B989E4-3B7D-43DE-8A28-99F7FD4B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26" y="2451840"/>
            <a:ext cx="2356563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协 · 多智能体协同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5">
            <a:extLst xmlns:a="http://schemas.openxmlformats.org/drawingml/2006/main">
              <a:ext uri="{FF2B5EF4-FFF2-40B4-BE49-F238E27FC236}">
                <a16:creationId xmlns:a16="http://schemas.microsoft.com/office/drawing/2014/main" id="{6110C1D7-8EEC-4E7D-AD7F-9104CFC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771896"/>
            <a:ext cx="3434440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Claim 与 Evidence 分离存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56">
            <a:extLst xmlns:a="http://schemas.openxmlformats.org/drawingml/2006/main">
              <a:ext uri="{FF2B5EF4-FFF2-40B4-BE49-F238E27FC236}">
                <a16:creationId xmlns:a16="http://schemas.microsoft.com/office/drawing/2014/main" id="{213A2E1E-BC58-40FE-9236-8D0E5A03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26" y="2771896"/>
            <a:ext cx="3269549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受约束 Planner + 三专业 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57">
            <a:extLst xmlns:a="http://schemas.openxmlformats.org/drawingml/2006/main">
              <a:ext uri="{FF2B5EF4-FFF2-40B4-BE49-F238E27FC236}">
                <a16:creationId xmlns:a16="http://schemas.microsoft.com/office/drawing/2014/main" id="{4AAA7E43-89E2-4752-80FF-0683F30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091952"/>
            <a:ext cx="426843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储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58">
            <a:extLst xmlns:a="http://schemas.openxmlformats.org/drawingml/2006/main">
              <a:ext uri="{FF2B5EF4-FFF2-40B4-BE49-F238E27FC236}">
                <a16:creationId xmlns:a16="http://schemas.microsoft.com/office/drawing/2014/main" id="{7009009B-6068-46C3-B29C-9BB6334A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26" y="3091952"/>
            <a:ext cx="906240" cy="3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Agent</a:t>
            </a:r>
            <a:endParaRPr sz="210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59">
            <a:extLst xmlns:a="http://schemas.openxmlformats.org/drawingml/2006/main">
              <a:ext uri="{FF2B5EF4-FFF2-40B4-BE49-F238E27FC236}">
                <a16:creationId xmlns:a16="http://schemas.microsoft.com/office/drawing/2014/main" id="{D1B45B2B-972D-4DBD-884C-9FC7AD4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941797"/>
            <a:ext cx="3278187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字段严格区分「来源断言 / 候选线索 / 核验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60">
            <a:extLst xmlns:a="http://schemas.openxmlformats.org/drawingml/2006/main">
              <a:ext uri="{FF2B5EF4-FFF2-40B4-BE49-F238E27FC236}">
                <a16:creationId xmlns:a16="http://schemas.microsoft.com/office/drawing/2014/main" id="{BC16FA06-F0F3-4629-965B-5AE9E959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136206"/>
            <a:ext cx="317134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确认」三档，外部公告原文先留痕后使用。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61">
            <a:extLst xmlns:a="http://schemas.openxmlformats.org/drawingml/2006/main">
              <a:ext uri="{FF2B5EF4-FFF2-40B4-BE49-F238E27FC236}">
                <a16:creationId xmlns:a16="http://schemas.microsoft.com/office/drawing/2014/main" id="{32051C34-3258-407B-BEEB-AAB44E4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07" y="2784815"/>
            <a:ext cx="657029" cy="59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360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62">
            <a:extLst xmlns:a="http://schemas.openxmlformats.org/drawingml/2006/main">
              <a:ext uri="{FF2B5EF4-FFF2-40B4-BE49-F238E27FC236}">
                <a16:creationId xmlns:a16="http://schemas.microsoft.com/office/drawing/2014/main" id="{22F66A93-51DA-4E6B-826D-F07C374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2476735"/>
            <a:ext cx="1944176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验 · 确定性验收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63">
            <a:extLst xmlns:a="http://schemas.openxmlformats.org/drawingml/2006/main">
              <a:ext uri="{FF2B5EF4-FFF2-40B4-BE49-F238E27FC236}">
                <a16:creationId xmlns:a16="http://schemas.microsoft.com/office/drawing/2014/main" id="{310D2243-3AAA-4C83-93B0-D78C97DE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2772672"/>
            <a:ext cx="2140268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Integration Gate 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64">
            <a:extLst xmlns:a="http://schemas.openxmlformats.org/drawingml/2006/main">
              <a:ext uri="{FF2B5EF4-FFF2-40B4-BE49-F238E27FC236}">
                <a16:creationId xmlns:a16="http://schemas.microsoft.com/office/drawing/2014/main" id="{CEBCA513-64B9-4431-938C-ED1EED2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3070045"/>
            <a:ext cx="1140354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六维规则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65">
            <a:extLst xmlns:a="http://schemas.openxmlformats.org/drawingml/2006/main">
              <a:ext uri="{FF2B5EF4-FFF2-40B4-BE49-F238E27FC236}">
                <a16:creationId xmlns:a16="http://schemas.microsoft.com/office/drawing/2014/main" id="{8063CEED-5F39-4CBA-B9BB-D55E924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3367062"/>
            <a:ext cx="2134076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模型无权自封结论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66">
            <a:extLst xmlns:a="http://schemas.openxmlformats.org/drawingml/2006/main">
              <a:ext uri="{FF2B5EF4-FFF2-40B4-BE49-F238E27FC236}">
                <a16:creationId xmlns:a16="http://schemas.microsoft.com/office/drawing/2014/main" id="{E287F9DB-273B-4134-97B6-CA70CEE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54" y="3664434"/>
            <a:ext cx="643988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可信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67">
            <a:extLst xmlns:a="http://schemas.openxmlformats.org/drawingml/2006/main">
              <a:ext uri="{FF2B5EF4-FFF2-40B4-BE49-F238E27FC236}">
                <a16:creationId xmlns:a16="http://schemas.microsoft.com/office/drawing/2014/main" id="{18B0DD60-05BD-4340-904F-4C48FD0B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562536"/>
            <a:ext cx="918969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自主决策严格限定在合法调查计划与工具选择范围内 —— 事实核验与风险规则绝不交由模型自由裁决。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68">
            <a:extLst xmlns:a="http://schemas.openxmlformats.org/drawingml/2006/main">
              <a:ext uri="{FF2B5EF4-FFF2-40B4-BE49-F238E27FC236}">
                <a16:creationId xmlns:a16="http://schemas.microsoft.com/office/drawing/2014/main" id="{A0BA5FC3-12E9-47EE-92D8-53B851F4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2765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47BBC983-A838-446C-BBA0-768A4545E7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f69474c3a4691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9">
            <a:extLst xmlns:a="http://schemas.openxmlformats.org/drawingml/2006/main">
              <a:ext uri="{FF2B5EF4-FFF2-40B4-BE49-F238E27FC236}">
                <a16:creationId xmlns:a16="http://schemas.microsoft.com/office/drawing/2014/main" id="{37F8067D-BC22-4A59-B88E-8BFF3C84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70">
            <a:extLst xmlns:a="http://schemas.openxmlformats.org/drawingml/2006/main">
              <a:ext uri="{FF2B5EF4-FFF2-40B4-BE49-F238E27FC236}">
                <a16:creationId xmlns:a16="http://schemas.microsoft.com/office/drawing/2014/main" id="{D9BD26C0-3024-4EDF-A17A-42387D9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71">
            <a:extLst xmlns:a="http://schemas.openxmlformats.org/drawingml/2006/main">
              <a:ext uri="{FF2B5EF4-FFF2-40B4-BE49-F238E27FC236}">
                <a16:creationId xmlns:a16="http://schemas.microsoft.com/office/drawing/2014/main" id="{4608B168-D8FC-4BA3-9396-435931E4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2676377"/>
            <a:ext cx="832504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72">
            <a:extLst xmlns:a="http://schemas.openxmlformats.org/drawingml/2006/main">
              <a:ext uri="{FF2B5EF4-FFF2-40B4-BE49-F238E27FC236}">
                <a16:creationId xmlns:a16="http://schemas.microsoft.com/office/drawing/2014/main" id="{DDE55CA9-C489-4484-A1A5-B493EAB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3628975"/>
            <a:ext cx="832504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73">
            <a:extLst xmlns:a="http://schemas.openxmlformats.org/drawingml/2006/main">
              <a:ext uri="{FF2B5EF4-FFF2-40B4-BE49-F238E27FC236}">
                <a16:creationId xmlns:a16="http://schemas.microsoft.com/office/drawing/2014/main" id="{33783F53-8553-4E3D-AE81-FDAD95F7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4581230"/>
            <a:ext cx="832504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7" name="editable-diagram-74">
            <a:extLst xmlns:a="http://schemas.openxmlformats.org/drawingml/2006/main">
              <a:ext uri="{FF2B5EF4-FFF2-40B4-BE49-F238E27FC236}">
                <a16:creationId xmlns:a16="http://schemas.microsoft.com/office/drawing/2014/main" id="{F0A92C66-C25B-4ABE-915E-C9B45A8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5533827"/>
            <a:ext cx="832504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text-75">
            <a:extLst xmlns:a="http://schemas.openxmlformats.org/drawingml/2006/main">
              <a:ext uri="{FF2B5EF4-FFF2-40B4-BE49-F238E27FC236}">
                <a16:creationId xmlns:a16="http://schemas.microsoft.com/office/drawing/2014/main" id="{0EB136EA-8A07-445D-A1D8-1CD0BAB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76">
            <a:extLst xmlns:a="http://schemas.openxmlformats.org/drawingml/2006/main">
              <a:ext uri="{FF2B5EF4-FFF2-40B4-BE49-F238E27FC236}">
                <a16:creationId xmlns:a16="http://schemas.microsoft.com/office/drawing/2014/main" id="{E0DCC8CF-AC66-4AFA-8766-A1CACAB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2302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77">
            <a:extLst xmlns:a="http://schemas.openxmlformats.org/drawingml/2006/main">
              <a:ext uri="{FF2B5EF4-FFF2-40B4-BE49-F238E27FC236}">
                <a16:creationId xmlns:a16="http://schemas.microsoft.com/office/drawing/2014/main" id="{4B411644-B303-4851-B0F1-84782EB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286625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现状痛点：传统工具只给链接、普通大模型易生幻觉（四处断裂）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78">
            <a:extLst xmlns:a="http://schemas.openxmlformats.org/drawingml/2006/main">
              <a:ext uri="{FF2B5EF4-FFF2-40B4-BE49-F238E27FC236}">
                <a16:creationId xmlns:a16="http://schemas.microsoft.com/office/drawing/2014/main" id="{45703EEC-70DC-4C8F-B02C-39986D2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74865"/>
            <a:ext cx="2277539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散 · 多源信息分散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79">
            <a:extLst xmlns:a="http://schemas.openxmlformats.org/drawingml/2006/main">
              <a:ext uri="{FF2B5EF4-FFF2-40B4-BE49-F238E27FC236}">
                <a16:creationId xmlns:a16="http://schemas.microsoft.com/office/drawing/2014/main" id="{65AC13FE-9BB7-4EC8-A907-0075BED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1966277"/>
            <a:ext cx="780876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漏洞库、厂商公告、博客、论文各自为政；同一漏洞的别名、多分支范围散落各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80">
            <a:extLst xmlns:a="http://schemas.openxmlformats.org/drawingml/2006/main">
              <a:ext uri="{FF2B5EF4-FFF2-40B4-BE49-F238E27FC236}">
                <a16:creationId xmlns:a16="http://schemas.microsoft.com/office/drawing/2014/main" id="{4E586F46-DA0C-4924-AB89-6173B85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2229091"/>
            <a:ext cx="2325194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处，人工拼接成本高。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81">
            <a:extLst xmlns:a="http://schemas.openxmlformats.org/drawingml/2006/main">
              <a:ext uri="{FF2B5EF4-FFF2-40B4-BE49-F238E27FC236}">
                <a16:creationId xmlns:a16="http://schemas.microsoft.com/office/drawing/2014/main" id="{01D8B8CB-2B82-41E3-B9DC-D0387E97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927120"/>
            <a:ext cx="2277539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幻 · 输出无法核验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82">
            <a:extLst xmlns:a="http://schemas.openxmlformats.org/drawingml/2006/main">
              <a:ext uri="{FF2B5EF4-FFF2-40B4-BE49-F238E27FC236}">
                <a16:creationId xmlns:a16="http://schemas.microsoft.com/office/drawing/2014/main" id="{462F1D18-5E5C-4301-9FAE-195BEDAD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2918888"/>
            <a:ext cx="773796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直接把问题交给单次大模型，答案无法区分「已确认事实 / 同源转载 / 模型推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83">
            <a:extLst xmlns:a="http://schemas.openxmlformats.org/drawingml/2006/main">
              <a:ext uri="{FF2B5EF4-FFF2-40B4-BE49-F238E27FC236}">
                <a16:creationId xmlns:a16="http://schemas.microsoft.com/office/drawing/2014/main" id="{D9F2145F-6843-4541-A9FC-87F49FB7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3181702"/>
            <a:ext cx="2764407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测」，安全场景无法采信。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84">
            <a:extLst xmlns:a="http://schemas.openxmlformats.org/drawingml/2006/main">
              <a:ext uri="{FF2B5EF4-FFF2-40B4-BE49-F238E27FC236}">
                <a16:creationId xmlns:a16="http://schemas.microsoft.com/office/drawing/2014/main" id="{3B6ECFAE-62FA-449D-BB29-AA26255E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879718"/>
            <a:ext cx="2535258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浮 · 脱离资产上下文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85">
            <a:extLst xmlns:a="http://schemas.openxmlformats.org/drawingml/2006/main">
              <a:ext uri="{FF2B5EF4-FFF2-40B4-BE49-F238E27FC236}">
                <a16:creationId xmlns:a16="http://schemas.microsoft.com/office/drawing/2014/main" id="{23AA5568-498D-44E2-A70F-A3017676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3871485"/>
            <a:ext cx="8028375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「漏洞存在」不等于「我受影响」；缺少调查时刻的组件包生态与维护分支观察，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86">
            <a:extLst xmlns:a="http://schemas.openxmlformats.org/drawingml/2006/main">
              <a:ext uri="{FF2B5EF4-FFF2-40B4-BE49-F238E27FC236}">
                <a16:creationId xmlns:a16="http://schemas.microsoft.com/office/drawing/2014/main" id="{EE841B7B-5A0D-47D2-9126-3C4917E0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4134299"/>
            <a:ext cx="2325194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结论落不到具体资产。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87">
            <a:extLst xmlns:a="http://schemas.openxmlformats.org/drawingml/2006/main">
              <a:ext uri="{FF2B5EF4-FFF2-40B4-BE49-F238E27FC236}">
                <a16:creationId xmlns:a16="http://schemas.microsoft.com/office/drawing/2014/main" id="{990E85F7-0E7A-4136-A9DF-AF631FCE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832328"/>
            <a:ext cx="2277539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慢 · 人工核查滞后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88">
            <a:extLst xmlns:a="http://schemas.openxmlformats.org/drawingml/2006/main">
              <a:ext uri="{FF2B5EF4-FFF2-40B4-BE49-F238E27FC236}">
                <a16:creationId xmlns:a16="http://schemas.microsoft.com/office/drawing/2014/main" id="{8951674F-1C84-478E-81F8-001D797E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4824096"/>
            <a:ext cx="803234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从公告发布到应急处置依赖人工逐篇读文、比对版本与复核出处，情报时效在流程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89">
            <a:extLst xmlns:a="http://schemas.openxmlformats.org/drawingml/2006/main">
              <a:ext uri="{FF2B5EF4-FFF2-40B4-BE49-F238E27FC236}">
                <a16:creationId xmlns:a16="http://schemas.microsoft.com/office/drawing/2014/main" id="{4E0E8741-974B-42E8-B630-29716C1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92" y="5086910"/>
            <a:ext cx="1448704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中层层流失。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90">
            <a:extLst xmlns:a="http://schemas.openxmlformats.org/drawingml/2006/main">
              <a:ext uri="{FF2B5EF4-FFF2-40B4-BE49-F238E27FC236}">
                <a16:creationId xmlns:a16="http://schemas.microsoft.com/office/drawing/2014/main" id="{BC073B0F-9432-4632-BAE3-5AAFED6E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27206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98C5B8AB-FE3B-48DA-8A83-88CED49684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9e22587c14bd8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91">
            <a:extLst xmlns:a="http://schemas.openxmlformats.org/drawingml/2006/main">
              <a:ext uri="{FF2B5EF4-FFF2-40B4-BE49-F238E27FC236}">
                <a16:creationId xmlns:a16="http://schemas.microsoft.com/office/drawing/2014/main" id="{012A81A7-0563-43BF-A32B-262DDAB3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92">
            <a:extLst xmlns:a="http://schemas.openxmlformats.org/drawingml/2006/main">
              <a:ext uri="{FF2B5EF4-FFF2-40B4-BE49-F238E27FC236}">
                <a16:creationId xmlns:a16="http://schemas.microsoft.com/office/drawing/2014/main" id="{7262958A-A198-401F-A6FB-58A5BE99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57641"/>
            <a:ext cx="97154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diagram-93">
            <a:extLst xmlns:a="http://schemas.openxmlformats.org/drawingml/2006/main">
              <a:ext uri="{FF2B5EF4-FFF2-40B4-BE49-F238E27FC236}">
                <a16:creationId xmlns:a16="http://schemas.microsoft.com/office/drawing/2014/main" id="{9649310E-F2F5-4673-8C32-F4F6765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29238"/>
            <a:ext cx="97154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5" name="editable-diagram-94">
            <a:extLst xmlns:a="http://schemas.openxmlformats.org/drawingml/2006/main">
              <a:ext uri="{FF2B5EF4-FFF2-40B4-BE49-F238E27FC236}">
                <a16:creationId xmlns:a16="http://schemas.microsoft.com/office/drawing/2014/main" id="{CC97EDDC-FF66-4479-A004-14FB1EF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00836"/>
            <a:ext cx="97154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6" name="editable-diagram-95">
            <a:extLst xmlns:a="http://schemas.openxmlformats.org/drawingml/2006/main">
              <a:ext uri="{FF2B5EF4-FFF2-40B4-BE49-F238E27FC236}">
                <a16:creationId xmlns:a16="http://schemas.microsoft.com/office/drawing/2014/main" id="{FFADE6C8-F1CA-4B6C-BE89-D6034E2A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7" name="editable-text-96">
            <a:extLst xmlns:a="http://schemas.openxmlformats.org/drawingml/2006/main">
              <a:ext uri="{FF2B5EF4-FFF2-40B4-BE49-F238E27FC236}">
                <a16:creationId xmlns:a16="http://schemas.microsoft.com/office/drawing/2014/main" id="{F64F2105-5B35-4538-AECC-81E4510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97">
            <a:extLst xmlns:a="http://schemas.openxmlformats.org/drawingml/2006/main">
              <a:ext uri="{FF2B5EF4-FFF2-40B4-BE49-F238E27FC236}">
                <a16:creationId xmlns:a16="http://schemas.microsoft.com/office/drawing/2014/main" id="{169F55CF-FC62-4400-A135-98E3DFB7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1223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98">
            <a:extLst xmlns:a="http://schemas.openxmlformats.org/drawingml/2006/main">
              <a:ext uri="{FF2B5EF4-FFF2-40B4-BE49-F238E27FC236}">
                <a16:creationId xmlns:a16="http://schemas.microsoft.com/office/drawing/2014/main" id="{585A3207-013E-4CAD-B1BC-CC56E9A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65836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四维需求映射：从信息收集到可核查的调查结果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99">
            <a:extLst xmlns:a="http://schemas.openxmlformats.org/drawingml/2006/main">
              <a:ext uri="{FF2B5EF4-FFF2-40B4-BE49-F238E27FC236}">
                <a16:creationId xmlns:a16="http://schemas.microsoft.com/office/drawing/2014/main" id="{6C173CE0-E8CA-4B9E-9B29-2C596011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2314"/>
            <a:ext cx="842019" cy="42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找全</a:t>
            </a:r>
            <a:endParaRPr sz="25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100">
            <a:extLst xmlns:a="http://schemas.openxmlformats.org/drawingml/2006/main">
              <a:ext uri="{FF2B5EF4-FFF2-40B4-BE49-F238E27FC236}">
                <a16:creationId xmlns:a16="http://schemas.microsoft.com/office/drawing/2014/main" id="{597642B4-B928-4E88-9808-B1AFF85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94018"/>
            <a:ext cx="2286007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多源采集与原文留存</a:t>
            </a:r>
            <a:endParaRPr sz="187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101">
            <a:extLst xmlns:a="http://schemas.openxmlformats.org/drawingml/2006/main">
              <a:ext uri="{FF2B5EF4-FFF2-40B4-BE49-F238E27FC236}">
                <a16:creationId xmlns:a16="http://schemas.microsoft.com/office/drawing/2014/main" id="{45F903C4-2D08-4A35-8201-7A8C8BE1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55347"/>
            <a:ext cx="9453083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漏洞库、厂商公告、技术博客与论文进入统一知识流程；RawDocument 保留原文，Checkpoint 支持续采与批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102">
            <a:extLst xmlns:a="http://schemas.openxmlformats.org/drawingml/2006/main">
              <a:ext uri="{FF2B5EF4-FFF2-40B4-BE49-F238E27FC236}">
                <a16:creationId xmlns:a16="http://schemas.microsoft.com/office/drawing/2014/main" id="{299B2FFE-1655-495B-9205-EFFA8D04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12535"/>
            <a:ext cx="8763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次追踪。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103">
            <a:extLst xmlns:a="http://schemas.openxmlformats.org/drawingml/2006/main">
              <a:ext uri="{FF2B5EF4-FFF2-40B4-BE49-F238E27FC236}">
                <a16:creationId xmlns:a16="http://schemas.microsoft.com/office/drawing/2014/main" id="{B331D167-2622-4CC1-97C9-2BEC08E5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3912"/>
            <a:ext cx="842019" cy="42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验真</a:t>
            </a:r>
            <a:endParaRPr sz="25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104">
            <a:extLst xmlns:a="http://schemas.openxmlformats.org/drawingml/2006/main">
              <a:ext uri="{FF2B5EF4-FFF2-40B4-BE49-F238E27FC236}">
                <a16:creationId xmlns:a16="http://schemas.microsoft.com/office/drawing/2014/main" id="{AA5D0A04-958B-4E6F-A264-06ABE1CD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65616"/>
            <a:ext cx="2286007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声明与证据分离核验</a:t>
            </a:r>
            <a:endParaRPr sz="187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105">
            <a:extLst xmlns:a="http://schemas.openxmlformats.org/drawingml/2006/main">
              <a:ext uri="{FF2B5EF4-FFF2-40B4-BE49-F238E27FC236}">
                <a16:creationId xmlns:a16="http://schemas.microsoft.com/office/drawing/2014/main" id="{553147AB-4029-4E57-A9D3-A03E756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26945"/>
            <a:ext cx="65913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区分来源断言、候选线索与核验确认，逐条检查直接支持、反证和来源血缘。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106">
            <a:extLst xmlns:a="http://schemas.openxmlformats.org/drawingml/2006/main">
              <a:ext uri="{FF2B5EF4-FFF2-40B4-BE49-F238E27FC236}">
                <a16:creationId xmlns:a16="http://schemas.microsoft.com/office/drawing/2014/main" id="{2908F7BA-DF78-4143-9D82-91694C2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5510"/>
            <a:ext cx="842019" cy="42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落地</a:t>
            </a:r>
            <a:endParaRPr sz="25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107">
            <a:extLst xmlns:a="http://schemas.openxmlformats.org/drawingml/2006/main">
              <a:ext uri="{FF2B5EF4-FFF2-40B4-BE49-F238E27FC236}">
                <a16:creationId xmlns:a16="http://schemas.microsoft.com/office/drawing/2014/main" id="{1C78BD2D-43BB-49DC-A6CC-A6A95CF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37214"/>
            <a:ext cx="2286007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绑定登记资产与版本</a:t>
            </a:r>
            <a:endParaRPr sz="187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108">
            <a:extLst xmlns:a="http://schemas.openxmlformats.org/drawingml/2006/main">
              <a:ext uri="{FF2B5EF4-FFF2-40B4-BE49-F238E27FC236}">
                <a16:creationId xmlns:a16="http://schemas.microsoft.com/office/drawing/2014/main" id="{CF400A14-C68A-45E4-B591-DF4FE48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98542"/>
            <a:ext cx="6972304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以授权库存的版本观察作为调查上下文，比较维护分支，再形成风险与修复建议。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109">
            <a:extLst xmlns:a="http://schemas.openxmlformats.org/drawingml/2006/main">
              <a:ext uri="{FF2B5EF4-FFF2-40B4-BE49-F238E27FC236}">
                <a16:creationId xmlns:a16="http://schemas.microsoft.com/office/drawing/2014/main" id="{BE18F0B6-0AE7-49C2-9ABA-97E3AE66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7108"/>
            <a:ext cx="842019" cy="42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及时</a:t>
            </a:r>
            <a:endParaRPr sz="25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110">
            <a:extLst xmlns:a="http://schemas.openxmlformats.org/drawingml/2006/main">
              <a:ext uri="{FF2B5EF4-FFF2-40B4-BE49-F238E27FC236}">
                <a16:creationId xmlns:a16="http://schemas.microsoft.com/office/drawing/2014/main" id="{63CF93D4-9765-4825-A9B8-884EFDA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8812"/>
            <a:ext cx="2762257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减少人工交接并记录异常</a:t>
            </a:r>
            <a:endParaRPr sz="187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111">
            <a:extLst xmlns:a="http://schemas.openxmlformats.org/drawingml/2006/main">
              <a:ext uri="{FF2B5EF4-FFF2-40B4-BE49-F238E27FC236}">
                <a16:creationId xmlns:a16="http://schemas.microsoft.com/office/drawing/2014/main" id="{BFEDF560-B56F-468C-B400-F36D81CB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70140"/>
            <a:ext cx="7353304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采集、富化、调查与封存以服务接口衔接；失败和部分执行留痕，时效仍需独立测试。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112">
            <a:extLst xmlns:a="http://schemas.openxmlformats.org/drawingml/2006/main">
              <a:ext uri="{FF2B5EF4-FFF2-40B4-BE49-F238E27FC236}">
                <a16:creationId xmlns:a16="http://schemas.microsoft.com/office/drawing/2014/main" id="{6DAFAEA4-A25C-4CC8-A5E0-984033A7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32837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28">
            <a:extLst xmlns:a="http://schemas.openxmlformats.org/drawingml/2006/main">
              <a:ext uri="{FF2B5EF4-FFF2-40B4-BE49-F238E27FC236}">
                <a16:creationId xmlns:a16="http://schemas.microsoft.com/office/drawing/2014/main" id="{B42C163C-815B-44A3-89B6-69C9838CA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8cb281c474618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113">
            <a:extLst xmlns:a="http://schemas.openxmlformats.org/drawingml/2006/main">
              <a:ext uri="{FF2B5EF4-FFF2-40B4-BE49-F238E27FC236}">
                <a16:creationId xmlns:a16="http://schemas.microsoft.com/office/drawing/2014/main" id="{2CE8F1BA-76A3-434B-91A9-268F0251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114">
            <a:extLst xmlns:a="http://schemas.openxmlformats.org/drawingml/2006/main">
              <a:ext uri="{FF2B5EF4-FFF2-40B4-BE49-F238E27FC236}">
                <a16:creationId xmlns:a16="http://schemas.microsoft.com/office/drawing/2014/main" id="{CFBAE151-5F51-4870-8219-BAB5589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115">
            <a:extLst xmlns:a="http://schemas.openxmlformats.org/drawingml/2006/main">
              <a:ext uri="{FF2B5EF4-FFF2-40B4-BE49-F238E27FC236}">
                <a16:creationId xmlns:a16="http://schemas.microsoft.com/office/drawing/2014/main" id="{588124D7-14D2-47F5-9072-C275A9A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333638"/>
            <a:ext cx="1127791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5" name="editable-diagram-116">
            <a:extLst xmlns:a="http://schemas.openxmlformats.org/drawingml/2006/main">
              <a:ext uri="{FF2B5EF4-FFF2-40B4-BE49-F238E27FC236}">
                <a16:creationId xmlns:a16="http://schemas.microsoft.com/office/drawing/2014/main" id="{DDD6ECCF-F3BA-40D7-8EBC-1F1FFE27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295596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117">
            <a:extLst xmlns:a="http://schemas.openxmlformats.org/drawingml/2006/main">
              <a:ext uri="{FF2B5EF4-FFF2-40B4-BE49-F238E27FC236}">
                <a16:creationId xmlns:a16="http://schemas.microsoft.com/office/drawing/2014/main" id="{856668D5-C3B1-4C30-B80E-974C035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162160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7" name="editable-diagram-118">
            <a:extLst xmlns:a="http://schemas.openxmlformats.org/drawingml/2006/main">
              <a:ext uri="{FF2B5EF4-FFF2-40B4-BE49-F238E27FC236}">
                <a16:creationId xmlns:a16="http://schemas.microsoft.com/office/drawing/2014/main" id="{FEA14FEF-75B6-4FD5-9A97-327B4D4B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02909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diagram-119">
            <a:extLst xmlns:a="http://schemas.openxmlformats.org/drawingml/2006/main">
              <a:ext uri="{FF2B5EF4-FFF2-40B4-BE49-F238E27FC236}">
                <a16:creationId xmlns:a16="http://schemas.microsoft.com/office/drawing/2014/main" id="{C206BDEE-1795-47B0-AAE1-8AEEF103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67" y="5439144"/>
            <a:ext cx="47157" cy="475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9" name="editable-text-120">
            <a:extLst xmlns:a="http://schemas.openxmlformats.org/drawingml/2006/main">
              <a:ext uri="{FF2B5EF4-FFF2-40B4-BE49-F238E27FC236}">
                <a16:creationId xmlns:a16="http://schemas.microsoft.com/office/drawing/2014/main" id="{CF315854-34F8-4AB9-A620-719EA5F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121">
            <a:extLst xmlns:a="http://schemas.openxmlformats.org/drawingml/2006/main">
              <a:ext uri="{FF2B5EF4-FFF2-40B4-BE49-F238E27FC236}">
                <a16:creationId xmlns:a16="http://schemas.microsoft.com/office/drawing/2014/main" id="{B88D002F-3BD8-4B04-AF45-351AD17E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2302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122">
            <a:extLst xmlns:a="http://schemas.openxmlformats.org/drawingml/2006/main">
              <a:ext uri="{FF2B5EF4-FFF2-40B4-BE49-F238E27FC236}">
                <a16:creationId xmlns:a16="http://schemas.microsoft.com/office/drawing/2014/main" id="{49F74ED5-F0E5-423C-A8BE-F3FE5D3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10005453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多源异构情报采集与 RawDocument 原文留痕（解决「找全」问题）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123">
            <a:extLst xmlns:a="http://schemas.openxmlformats.org/drawingml/2006/main">
              <a:ext uri="{FF2B5EF4-FFF2-40B4-BE49-F238E27FC236}">
                <a16:creationId xmlns:a16="http://schemas.microsoft.com/office/drawing/2014/main" id="{0D0593F4-FFA9-4B89-A78A-2C53A14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59887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来源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124">
            <a:extLst xmlns:a="http://schemas.openxmlformats.org/drawingml/2006/main">
              <a:ext uri="{FF2B5EF4-FFF2-40B4-BE49-F238E27FC236}">
                <a16:creationId xmlns:a16="http://schemas.microsoft.com/office/drawing/2014/main" id="{17A18E16-ECAB-4C6B-ABA4-199A29F9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1959887"/>
            <a:ext cx="1066497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采集与保存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125">
            <a:extLst xmlns:a="http://schemas.openxmlformats.org/drawingml/2006/main">
              <a:ext uri="{FF2B5EF4-FFF2-40B4-BE49-F238E27FC236}">
                <a16:creationId xmlns:a16="http://schemas.microsoft.com/office/drawing/2014/main" id="{043F39C7-4E2D-435D-A999-0D5EDA8C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347" y="1959887"/>
            <a:ext cx="875861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已有记录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126">
            <a:extLst xmlns:a="http://schemas.openxmlformats.org/drawingml/2006/main">
              <a:ext uri="{FF2B5EF4-FFF2-40B4-BE49-F238E27FC236}">
                <a16:creationId xmlns:a16="http://schemas.microsoft.com/office/drawing/2014/main" id="{96F25E74-C4E3-455C-B057-301FCBC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87033"/>
            <a:ext cx="1311086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NVD / OSV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127">
            <a:extLst xmlns:a="http://schemas.openxmlformats.org/drawingml/2006/main">
              <a:ext uri="{FF2B5EF4-FFF2-40B4-BE49-F238E27FC236}">
                <a16:creationId xmlns:a16="http://schemas.microsoft.com/office/drawing/2014/main" id="{708F6A93-F10A-4C11-B4B3-D1B3214C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2646384"/>
            <a:ext cx="521363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CVE / NVD / OSV / GitHub Advisory / KEV 结构化同步与 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128">
            <a:extLst xmlns:a="http://schemas.openxmlformats.org/drawingml/2006/main">
              <a:ext uri="{FF2B5EF4-FFF2-40B4-BE49-F238E27FC236}">
                <a16:creationId xmlns:a16="http://schemas.microsoft.com/office/drawing/2014/main" id="{2FA1B725-237D-4D49-A525-56F36AA7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2887963"/>
            <a:ext cx="1675954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Checkpoint 续采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129">
            <a:extLst xmlns:a="http://schemas.openxmlformats.org/drawingml/2006/main">
              <a:ext uri="{FF2B5EF4-FFF2-40B4-BE49-F238E27FC236}">
                <a16:creationId xmlns:a16="http://schemas.microsoft.com/office/drawing/2014/main" id="{4E4A8645-78F7-473E-942C-64E35BB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347" y="2729192"/>
            <a:ext cx="1812874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SHA-256 原文留痕</a:t>
            </a:r>
            <a:endParaRPr sz="158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130">
            <a:extLst xmlns:a="http://schemas.openxmlformats.org/drawingml/2006/main">
              <a:ext uri="{FF2B5EF4-FFF2-40B4-BE49-F238E27FC236}">
                <a16:creationId xmlns:a16="http://schemas.microsoft.com/office/drawing/2014/main" id="{71403C46-0F16-4250-8D0C-CA55BCD0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553228"/>
            <a:ext cx="156968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RSS 技术博客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131">
            <a:extLst xmlns:a="http://schemas.openxmlformats.org/drawingml/2006/main">
              <a:ext uri="{FF2B5EF4-FFF2-40B4-BE49-F238E27FC236}">
                <a16:creationId xmlns:a16="http://schemas.microsoft.com/office/drawing/2014/main" id="{A21658B4-EBE5-4996-AC81-9EF6F40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3514027"/>
            <a:ext cx="586630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Trail of Bits 等安全研究 RSS 经安全 XML 解析入库，构建 384 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132">
            <a:extLst xmlns:a="http://schemas.openxmlformats.org/drawingml/2006/main">
              <a:ext uri="{FF2B5EF4-FFF2-40B4-BE49-F238E27FC236}">
                <a16:creationId xmlns:a16="http://schemas.microsoft.com/office/drawing/2014/main" id="{D92746C1-F6A2-49FB-AE26-B597379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3754158"/>
            <a:ext cx="151863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维本地向量索引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133">
            <a:extLst xmlns:a="http://schemas.openxmlformats.org/drawingml/2006/main">
              <a:ext uri="{FF2B5EF4-FFF2-40B4-BE49-F238E27FC236}">
                <a16:creationId xmlns:a16="http://schemas.microsoft.com/office/drawing/2014/main" id="{1993B232-FC9A-442B-BA3A-FB89408F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347" y="3595400"/>
            <a:ext cx="196180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384 维本地向量索引</a:t>
            </a:r>
            <a:endParaRPr sz="158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134">
            <a:extLst xmlns:a="http://schemas.openxmlformats.org/drawingml/2006/main">
              <a:ext uri="{FF2B5EF4-FFF2-40B4-BE49-F238E27FC236}">
                <a16:creationId xmlns:a16="http://schemas.microsoft.com/office/drawing/2014/main" id="{71BC7582-4B6A-4FAB-829B-ED57E82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420872"/>
            <a:ext cx="731785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arXiv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135">
            <a:extLst xmlns:a="http://schemas.openxmlformats.org/drawingml/2006/main">
              <a:ext uri="{FF2B5EF4-FFF2-40B4-BE49-F238E27FC236}">
                <a16:creationId xmlns:a16="http://schemas.microsoft.com/office/drawing/2014/main" id="{F0052597-2B28-48AC-93D3-398E638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4380235"/>
            <a:ext cx="572363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arXiv AI 安全论文元数据与摘要入库，支持关键词精确索引与语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136">
            <a:extLst xmlns:a="http://schemas.openxmlformats.org/drawingml/2006/main">
              <a:ext uri="{FF2B5EF4-FFF2-40B4-BE49-F238E27FC236}">
                <a16:creationId xmlns:a16="http://schemas.microsoft.com/office/drawing/2014/main" id="{14273939-E62F-4AD4-90FB-9A5AC8A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4620366"/>
            <a:ext cx="111973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义混合检索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137">
            <a:extLst xmlns:a="http://schemas.openxmlformats.org/drawingml/2006/main">
              <a:ext uri="{FF2B5EF4-FFF2-40B4-BE49-F238E27FC236}">
                <a16:creationId xmlns:a16="http://schemas.microsoft.com/office/drawing/2014/main" id="{91E26E26-2D14-4C8E-9A8B-96C541E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347" y="4462675"/>
            <a:ext cx="222462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语义 + 关键词混合检索</a:t>
            </a:r>
            <a:endParaRPr sz="158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138">
            <a:extLst xmlns:a="http://schemas.openxmlformats.org/drawingml/2006/main">
              <a:ext uri="{FF2B5EF4-FFF2-40B4-BE49-F238E27FC236}">
                <a16:creationId xmlns:a16="http://schemas.microsoft.com/office/drawing/2014/main" id="{CDFFE380-29B3-4375-95E6-9E55D739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7" y="5572608"/>
            <a:ext cx="1042269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所有外部资料先保存 RawDocument 原始快照与 SourceObservation 采集回执，失败与 PARTIAL 批次显式留痕。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139">
            <a:extLst xmlns:a="http://schemas.openxmlformats.org/drawingml/2006/main">
              <a:ext uri="{FF2B5EF4-FFF2-40B4-BE49-F238E27FC236}">
                <a16:creationId xmlns:a16="http://schemas.microsoft.com/office/drawing/2014/main" id="{E464C318-FB9D-4C8B-9EFC-127116F4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447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46">
            <a:extLst xmlns:a="http://schemas.openxmlformats.org/drawingml/2006/main">
              <a:ext uri="{FF2B5EF4-FFF2-40B4-BE49-F238E27FC236}">
                <a16:creationId xmlns:a16="http://schemas.microsoft.com/office/drawing/2014/main" id="{89289AFB-6C89-43DA-9E6A-0BB3EA93C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47d7ada634c26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140">
            <a:extLst xmlns:a="http://schemas.openxmlformats.org/drawingml/2006/main">
              <a:ext uri="{FF2B5EF4-FFF2-40B4-BE49-F238E27FC236}">
                <a16:creationId xmlns:a16="http://schemas.microsoft.com/office/drawing/2014/main" id="{39F8563E-A0AE-4B21-8229-85B5066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141">
            <a:extLst xmlns:a="http://schemas.openxmlformats.org/drawingml/2006/main">
              <a:ext uri="{FF2B5EF4-FFF2-40B4-BE49-F238E27FC236}">
                <a16:creationId xmlns:a16="http://schemas.microsoft.com/office/drawing/2014/main" id="{78553035-ED90-4610-99AE-217415A6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142">
            <a:extLst xmlns:a="http://schemas.openxmlformats.org/drawingml/2006/main">
              <a:ext uri="{FF2B5EF4-FFF2-40B4-BE49-F238E27FC236}">
                <a16:creationId xmlns:a16="http://schemas.microsoft.com/office/drawing/2014/main" id="{07846EF6-6353-4156-A542-6BC984C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2" y="2171985"/>
            <a:ext cx="18721" cy="314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5" name="editable-diagram-143">
            <a:extLst xmlns:a="http://schemas.openxmlformats.org/drawingml/2006/main">
              <a:ext uri="{FF2B5EF4-FFF2-40B4-BE49-F238E27FC236}">
                <a16:creationId xmlns:a16="http://schemas.microsoft.com/office/drawing/2014/main" id="{180CF0DC-2B29-45C3-8484-AC81AF4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1924297"/>
            <a:ext cx="361815" cy="361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1"/>
          </a:solidFill>
          <a:ln xmlns:a="http://schemas.openxmlformats.org/drawingml/2006/main" w="0">
            <a:noFill/>
          </a:ln>
        </p:spPr>
      </p:sp>
      <p:sp>
        <p:nvSpPr>
          <p:cNvPr id="6" name="editable-diagram-144">
            <a:extLst xmlns:a="http://schemas.openxmlformats.org/drawingml/2006/main">
              <a:ext uri="{FF2B5EF4-FFF2-40B4-BE49-F238E27FC236}">
                <a16:creationId xmlns:a16="http://schemas.microsoft.com/office/drawing/2014/main" id="{03BF301E-10B3-4DE3-8F25-0A91CF9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1924297"/>
            <a:ext cx="361815" cy="361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7" name="editable-diagram-145">
            <a:extLst xmlns:a="http://schemas.openxmlformats.org/drawingml/2006/main">
              <a:ext uri="{FF2B5EF4-FFF2-40B4-BE49-F238E27FC236}">
                <a16:creationId xmlns:a16="http://schemas.microsoft.com/office/drawing/2014/main" id="{62D69FDF-709D-47EF-B800-E79D5BD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47" y="2362075"/>
            <a:ext cx="8115522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diagram-146">
            <a:extLst xmlns:a="http://schemas.openxmlformats.org/drawingml/2006/main">
              <a:ext uri="{FF2B5EF4-FFF2-40B4-BE49-F238E27FC236}">
                <a16:creationId xmlns:a16="http://schemas.microsoft.com/office/drawing/2014/main" id="{36992F21-E0F1-4895-BE99-40546F7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2543160"/>
            <a:ext cx="361815" cy="3618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1"/>
          </a:solidFill>
          <a:ln xmlns:a="http://schemas.openxmlformats.org/drawingml/2006/main" w="0">
            <a:noFill/>
          </a:ln>
        </p:spPr>
      </p:sp>
      <p:sp>
        <p:nvSpPr>
          <p:cNvPr id="9" name="editable-diagram-147">
            <a:extLst xmlns:a="http://schemas.openxmlformats.org/drawingml/2006/main">
              <a:ext uri="{FF2B5EF4-FFF2-40B4-BE49-F238E27FC236}">
                <a16:creationId xmlns:a16="http://schemas.microsoft.com/office/drawing/2014/main" id="{B08D59DB-7B89-41AF-B8A2-3622F82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2543160"/>
            <a:ext cx="361815" cy="3618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10" name="editable-diagram-148">
            <a:extLst xmlns:a="http://schemas.openxmlformats.org/drawingml/2006/main">
              <a:ext uri="{FF2B5EF4-FFF2-40B4-BE49-F238E27FC236}">
                <a16:creationId xmlns:a16="http://schemas.microsoft.com/office/drawing/2014/main" id="{69B8490D-42A6-4413-9EF3-328E97A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47" y="2980951"/>
            <a:ext cx="8115522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1" name="editable-diagram-149">
            <a:extLst xmlns:a="http://schemas.openxmlformats.org/drawingml/2006/main">
              <a:ext uri="{FF2B5EF4-FFF2-40B4-BE49-F238E27FC236}">
                <a16:creationId xmlns:a16="http://schemas.microsoft.com/office/drawing/2014/main" id="{7AB7AD26-9BAB-48D5-836A-DB7D64E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3162392"/>
            <a:ext cx="361815" cy="361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F89"/>
          </a:solidFill>
          <a:ln xmlns:a="http://schemas.openxmlformats.org/drawingml/2006/main" w="0">
            <a:noFill/>
          </a:ln>
        </p:spPr>
      </p:sp>
      <p:sp>
        <p:nvSpPr>
          <p:cNvPr id="12" name="editable-diagram-150">
            <a:extLst xmlns:a="http://schemas.openxmlformats.org/drawingml/2006/main">
              <a:ext uri="{FF2B5EF4-FFF2-40B4-BE49-F238E27FC236}">
                <a16:creationId xmlns:a16="http://schemas.microsoft.com/office/drawing/2014/main" id="{C22C7E76-91A4-4C59-A9FB-DE9F916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3162392"/>
            <a:ext cx="361815" cy="361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13" name="editable-diagram-151">
            <a:extLst xmlns:a="http://schemas.openxmlformats.org/drawingml/2006/main">
              <a:ext uri="{FF2B5EF4-FFF2-40B4-BE49-F238E27FC236}">
                <a16:creationId xmlns:a16="http://schemas.microsoft.com/office/drawing/2014/main" id="{88825C97-9071-4324-A3A2-43AF8C0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47" y="3600183"/>
            <a:ext cx="8115522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4" name="editable-diagram-152">
            <a:extLst xmlns:a="http://schemas.openxmlformats.org/drawingml/2006/main">
              <a:ext uri="{FF2B5EF4-FFF2-40B4-BE49-F238E27FC236}">
                <a16:creationId xmlns:a16="http://schemas.microsoft.com/office/drawing/2014/main" id="{C1BAE40A-093A-43C8-8559-411D6D3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3781624"/>
            <a:ext cx="361815" cy="36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1"/>
          </a:solidFill>
          <a:ln xmlns:a="http://schemas.openxmlformats.org/drawingml/2006/main" w="0">
            <a:noFill/>
          </a:ln>
        </p:spPr>
      </p:sp>
      <p:sp>
        <p:nvSpPr>
          <p:cNvPr id="15" name="editable-diagram-153">
            <a:extLst xmlns:a="http://schemas.openxmlformats.org/drawingml/2006/main">
              <a:ext uri="{FF2B5EF4-FFF2-40B4-BE49-F238E27FC236}">
                <a16:creationId xmlns:a16="http://schemas.microsoft.com/office/drawing/2014/main" id="{A887E7AC-657A-493E-B6CB-2779E6E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3781624"/>
            <a:ext cx="361815" cy="3614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16" name="editable-diagram-154">
            <a:extLst xmlns:a="http://schemas.openxmlformats.org/drawingml/2006/main">
              <a:ext uri="{FF2B5EF4-FFF2-40B4-BE49-F238E27FC236}">
                <a16:creationId xmlns:a16="http://schemas.microsoft.com/office/drawing/2014/main" id="{2ADA7D62-D239-424A-A093-5B72D26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47" y="4219402"/>
            <a:ext cx="8115522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7" name="editable-diagram-155">
            <a:extLst xmlns:a="http://schemas.openxmlformats.org/drawingml/2006/main">
              <a:ext uri="{FF2B5EF4-FFF2-40B4-BE49-F238E27FC236}">
                <a16:creationId xmlns:a16="http://schemas.microsoft.com/office/drawing/2014/main" id="{BC418FB6-470E-4B74-A7EC-08CB4748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4400500"/>
            <a:ext cx="361815" cy="361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1"/>
          </a:solidFill>
          <a:ln xmlns:a="http://schemas.openxmlformats.org/drawingml/2006/main" w="0">
            <a:noFill/>
          </a:ln>
        </p:spPr>
      </p:sp>
      <p:sp>
        <p:nvSpPr>
          <p:cNvPr id="18" name="editable-diagram-156">
            <a:extLst xmlns:a="http://schemas.openxmlformats.org/drawingml/2006/main">
              <a:ext uri="{FF2B5EF4-FFF2-40B4-BE49-F238E27FC236}">
                <a16:creationId xmlns:a16="http://schemas.microsoft.com/office/drawing/2014/main" id="{20B42C73-691B-46CD-8D19-839807A0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4400500"/>
            <a:ext cx="361815" cy="361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19" name="editable-diagram-157">
            <a:extLst xmlns:a="http://schemas.openxmlformats.org/drawingml/2006/main">
              <a:ext uri="{FF2B5EF4-FFF2-40B4-BE49-F238E27FC236}">
                <a16:creationId xmlns:a16="http://schemas.microsoft.com/office/drawing/2014/main" id="{DA9F100A-C2CE-43D5-8208-E7F7B94F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47" y="4838633"/>
            <a:ext cx="8115522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20" name="editable-diagram-158">
            <a:extLst xmlns:a="http://schemas.openxmlformats.org/drawingml/2006/main">
              <a:ext uri="{FF2B5EF4-FFF2-40B4-BE49-F238E27FC236}">
                <a16:creationId xmlns:a16="http://schemas.microsoft.com/office/drawing/2014/main" id="{EFC4A6B6-B34B-4262-8799-B1C9ACF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5019732"/>
            <a:ext cx="361815" cy="361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1"/>
          </a:solidFill>
          <a:ln xmlns:a="http://schemas.openxmlformats.org/drawingml/2006/main" w="0">
            <a:noFill/>
          </a:ln>
        </p:spPr>
      </p:sp>
      <p:sp>
        <p:nvSpPr>
          <p:cNvPr id="21" name="editable-diagram-159">
            <a:extLst xmlns:a="http://schemas.openxmlformats.org/drawingml/2006/main">
              <a:ext uri="{FF2B5EF4-FFF2-40B4-BE49-F238E27FC236}">
                <a16:creationId xmlns:a16="http://schemas.microsoft.com/office/drawing/2014/main" id="{10CD8B5D-5BDC-4907-8DA7-3466AA1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" y="5019732"/>
            <a:ext cx="361815" cy="3618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360">
            <a:solidFill>
              <a:srgbClr val="53D9F2"/>
            </a:solidFill>
          </a:ln>
        </p:spPr>
      </p:sp>
      <p:sp>
        <p:nvSpPr>
          <p:cNvPr id="22" name="editable-text-160">
            <a:extLst xmlns:a="http://schemas.openxmlformats.org/drawingml/2006/main">
              <a:ext uri="{FF2B5EF4-FFF2-40B4-BE49-F238E27FC236}">
                <a16:creationId xmlns:a16="http://schemas.microsoft.com/office/drawing/2014/main" id="{F4E165F2-96A2-4DD4-A214-AC6C0EB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161">
            <a:extLst xmlns:a="http://schemas.openxmlformats.org/drawingml/2006/main">
              <a:ext uri="{FF2B5EF4-FFF2-40B4-BE49-F238E27FC236}">
                <a16:creationId xmlns:a16="http://schemas.microsoft.com/office/drawing/2014/main" id="{722F575B-265F-4177-A441-83C379A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2302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01  背景与架构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162">
            <a:extLst xmlns:a="http://schemas.openxmlformats.org/drawingml/2006/main">
              <a:ext uri="{FF2B5EF4-FFF2-40B4-BE49-F238E27FC236}">
                <a16:creationId xmlns:a16="http://schemas.microsoft.com/office/drawing/2014/main" id="{682D07F4-DA5C-41EE-86EE-B5F7EF5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10228301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六层逻辑架构解耦：共享知识库贯通「采集—富化—调查—问答」全链路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163">
            <a:extLst xmlns:a="http://schemas.openxmlformats.org/drawingml/2006/main">
              <a:ext uri="{FF2B5EF4-FFF2-40B4-BE49-F238E27FC236}">
                <a16:creationId xmlns:a16="http://schemas.microsoft.com/office/drawing/2014/main" id="{C799D360-62E5-4CA9-8C71-0E8E7CD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1977199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164">
            <a:extLst xmlns:a="http://schemas.openxmlformats.org/drawingml/2006/main">
              <a:ext uri="{FF2B5EF4-FFF2-40B4-BE49-F238E27FC236}">
                <a16:creationId xmlns:a16="http://schemas.microsoft.com/office/drawing/2014/main" id="{913215EB-17E8-4914-AAA8-52CA71A8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1944313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用户应用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165">
            <a:extLst xmlns:a="http://schemas.openxmlformats.org/drawingml/2006/main">
              <a:ext uri="{FF2B5EF4-FFF2-40B4-BE49-F238E27FC236}">
                <a16:creationId xmlns:a16="http://schemas.microsoft.com/office/drawing/2014/main" id="{20020C1F-49A0-4443-B318-9F24BAB9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1842473"/>
            <a:ext cx="8149669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原生 JS 工作台 · TypeScript Client（情报总览 / 漏洞中心 / 资产风险 / 证据复核 / 智能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166">
            <a:extLst xmlns:a="http://schemas.openxmlformats.org/drawingml/2006/main">
              <a:ext uri="{FF2B5EF4-FFF2-40B4-BE49-F238E27FC236}">
                <a16:creationId xmlns:a16="http://schemas.microsoft.com/office/drawing/2014/main" id="{C681EDDC-06A1-43E9-B8C2-0E90D42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2082603"/>
            <a:ext cx="71950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调查）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167">
            <a:extLst xmlns:a="http://schemas.openxmlformats.org/drawingml/2006/main">
              <a:ext uri="{FF2B5EF4-FFF2-40B4-BE49-F238E27FC236}">
                <a16:creationId xmlns:a16="http://schemas.microsoft.com/office/drawing/2014/main" id="{FA063C14-ECBA-4BCA-9EC1-D95E886B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2595706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168">
            <a:extLst xmlns:a="http://schemas.openxmlformats.org/drawingml/2006/main">
              <a:ext uri="{FF2B5EF4-FFF2-40B4-BE49-F238E27FC236}">
                <a16:creationId xmlns:a16="http://schemas.microsoft.com/office/drawing/2014/main" id="{96881B37-36BB-4815-A11F-E7480C51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2563901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知识问答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169">
            <a:extLst xmlns:a="http://schemas.openxmlformats.org/drawingml/2006/main">
              <a:ext uri="{FF2B5EF4-FFF2-40B4-BE49-F238E27FC236}">
                <a16:creationId xmlns:a16="http://schemas.microsoft.com/office/drawing/2014/main" id="{0BE1AE59-2393-4C3E-8063-C9D95C3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2581941"/>
            <a:ext cx="667875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Orchestrator 总控 · AnswerEnvelope 封存交付 · 42 个 HTTP 契约操作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170">
            <a:extLst xmlns:a="http://schemas.openxmlformats.org/drawingml/2006/main">
              <a:ext uri="{FF2B5EF4-FFF2-40B4-BE49-F238E27FC236}">
                <a16:creationId xmlns:a16="http://schemas.microsoft.com/office/drawing/2014/main" id="{35EE2D61-EC50-4ABB-BB63-A5C76799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3214227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171">
            <a:extLst xmlns:a="http://schemas.openxmlformats.org/drawingml/2006/main">
              <a:ext uri="{FF2B5EF4-FFF2-40B4-BE49-F238E27FC236}">
                <a16:creationId xmlns:a16="http://schemas.microsoft.com/office/drawing/2014/main" id="{C449C8C1-BA7E-4A2C-9B65-8D65F52F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3182408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智能体分析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ditable-text-172">
            <a:extLst xmlns:a="http://schemas.openxmlformats.org/drawingml/2006/main">
              <a:ext uri="{FF2B5EF4-FFF2-40B4-BE49-F238E27FC236}">
                <a16:creationId xmlns:a16="http://schemas.microsoft.com/office/drawing/2014/main" id="{61B0979C-8788-4520-96A4-FB706EF5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3200461"/>
            <a:ext cx="8018969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受约束 Planner（task-plan-v1） · 调查 / 核验 / 风险三专业 Agent · 确定性 Gate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ditable-text-173">
            <a:extLst xmlns:a="http://schemas.openxmlformats.org/drawingml/2006/main">
              <a:ext uri="{FF2B5EF4-FFF2-40B4-BE49-F238E27FC236}">
                <a16:creationId xmlns:a16="http://schemas.microsoft.com/office/drawing/2014/main" id="{D3B15FC9-F050-4261-9BF9-087C50B5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3833814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ditable-text-174">
            <a:extLst xmlns:a="http://schemas.openxmlformats.org/drawingml/2006/main">
              <a:ext uri="{FF2B5EF4-FFF2-40B4-BE49-F238E27FC236}">
                <a16:creationId xmlns:a16="http://schemas.microsoft.com/office/drawing/2014/main" id="{A2F94334-B3AB-45E2-8D22-E48655C3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3800929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情报富化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ditable-text-175">
            <a:extLst xmlns:a="http://schemas.openxmlformats.org/drawingml/2006/main">
              <a:ext uri="{FF2B5EF4-FFF2-40B4-BE49-F238E27FC236}">
                <a16:creationId xmlns:a16="http://schemas.microsoft.com/office/drawing/2014/main" id="{83AB7DC1-4C31-4411-91D2-C9507375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3820049"/>
            <a:ext cx="7518194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Claim–Evidence 分离建模 · vendor / EPSS / KEV / PoC / Patch / version 六维富化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ditable-text-176">
            <a:extLst xmlns:a="http://schemas.openxmlformats.org/drawingml/2006/main">
              <a:ext uri="{FF2B5EF4-FFF2-40B4-BE49-F238E27FC236}">
                <a16:creationId xmlns:a16="http://schemas.microsoft.com/office/drawing/2014/main" id="{7F1E2768-98B4-4EB9-9255-D290E0A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4452322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ditable-text-177">
            <a:extLst xmlns:a="http://schemas.openxmlformats.org/drawingml/2006/main">
              <a:ext uri="{FF2B5EF4-FFF2-40B4-BE49-F238E27FC236}">
                <a16:creationId xmlns:a16="http://schemas.microsoft.com/office/drawing/2014/main" id="{AD18CCD0-C93A-4CF4-B390-53A24E4A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4420872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情报监测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ditable-text-178">
            <a:extLst xmlns:a="http://schemas.openxmlformats.org/drawingml/2006/main">
              <a:ext uri="{FF2B5EF4-FFF2-40B4-BE49-F238E27FC236}">
                <a16:creationId xmlns:a16="http://schemas.microsoft.com/office/drawing/2014/main" id="{31F9C555-EDD3-4EE5-A148-ECF5871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4438557"/>
            <a:ext cx="7909539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多源增量采集 · Normalizer 标准化 · RawDocument 快照与 SourceObservation 留痕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ditable-text-179">
            <a:extLst xmlns:a="http://schemas.openxmlformats.org/drawingml/2006/main">
              <a:ext uri="{FF2B5EF4-FFF2-40B4-BE49-F238E27FC236}">
                <a16:creationId xmlns:a16="http://schemas.microsoft.com/office/drawing/2014/main" id="{91BBEFC6-5D21-4693-876E-1A05CCA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34" y="5072278"/>
            <a:ext cx="200845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ditable-text-180">
            <a:extLst xmlns:a="http://schemas.openxmlformats.org/drawingml/2006/main">
              <a:ext uri="{FF2B5EF4-FFF2-40B4-BE49-F238E27FC236}">
                <a16:creationId xmlns:a16="http://schemas.microsoft.com/office/drawing/2014/main" id="{224524BA-F9FA-4801-9860-D47A80A6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14" y="5040459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数据来源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ditable-text-181">
            <a:extLst xmlns:a="http://schemas.openxmlformats.org/drawingml/2006/main">
              <a:ext uri="{FF2B5EF4-FFF2-40B4-BE49-F238E27FC236}">
                <a16:creationId xmlns:a16="http://schemas.microsoft.com/office/drawing/2014/main" id="{899FEC08-EAD3-4ED1-A804-323A1161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4937907"/>
            <a:ext cx="803092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公开权威安全数据源：CVE · NVD · OSV · GitHub Advisory · CISA KEV · 技术博客 · arXiv 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ditable-text-182">
            <a:extLst xmlns:a="http://schemas.openxmlformats.org/drawingml/2006/main">
              <a:ext uri="{FF2B5EF4-FFF2-40B4-BE49-F238E27FC236}">
                <a16:creationId xmlns:a16="http://schemas.microsoft.com/office/drawing/2014/main" id="{846DDF91-B621-490D-B257-A54763CF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36" y="5177669"/>
            <a:ext cx="520175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论文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ditable-text-183">
            <a:extLst xmlns:a="http://schemas.openxmlformats.org/drawingml/2006/main">
              <a:ext uri="{FF2B5EF4-FFF2-40B4-BE49-F238E27FC236}">
                <a16:creationId xmlns:a16="http://schemas.microsoft.com/office/drawing/2014/main" id="{0E2BBE18-4D73-4020-A0CF-73E7F68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839449"/>
            <a:ext cx="7588532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共享知识底座（PostgreSQL）：原文 / 声明 / 证据 / 产物 / 审计全量入库，按调查 ID 可完整回放。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ditable-text-184">
            <a:extLst xmlns:a="http://schemas.openxmlformats.org/drawingml/2006/main">
              <a:ext uri="{FF2B5EF4-FFF2-40B4-BE49-F238E27FC236}">
                <a16:creationId xmlns:a16="http://schemas.microsoft.com/office/drawing/2014/main" id="{BD092B53-B2D1-4368-92F5-A7159E0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1009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E7172CE0-EEF2-4E1D-B073-B77EA0518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ad2cdbfba4b94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185">
            <a:extLst xmlns:a="http://schemas.openxmlformats.org/drawingml/2006/main">
              <a:ext uri="{FF2B5EF4-FFF2-40B4-BE49-F238E27FC236}">
                <a16:creationId xmlns:a16="http://schemas.microsoft.com/office/drawing/2014/main" id="{2C1C59A8-A394-4807-990C-9FC9F2A6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186">
            <a:extLst xmlns:a="http://schemas.openxmlformats.org/drawingml/2006/main">
              <a:ext uri="{FF2B5EF4-FFF2-40B4-BE49-F238E27FC236}">
                <a16:creationId xmlns:a16="http://schemas.microsoft.com/office/drawing/2014/main" id="{51CF3CF0-7C35-4FF8-A55B-967ED0B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187">
            <a:extLst xmlns:a="http://schemas.openxmlformats.org/drawingml/2006/main">
              <a:ext uri="{FF2B5EF4-FFF2-40B4-BE49-F238E27FC236}">
                <a16:creationId xmlns:a16="http://schemas.microsoft.com/office/drawing/2014/main" id="{1B496503-1827-4AB4-B80C-07F3DB36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77" y="3304957"/>
            <a:ext cx="8610541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text-188">
            <a:extLst xmlns:a="http://schemas.openxmlformats.org/drawingml/2006/main">
              <a:ext uri="{FF2B5EF4-FFF2-40B4-BE49-F238E27FC236}">
                <a16:creationId xmlns:a16="http://schemas.microsoft.com/office/drawing/2014/main" id="{14D945A2-2D12-43A3-8EBB-B4204E1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4032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189">
            <a:extLst xmlns:a="http://schemas.openxmlformats.org/drawingml/2006/main">
              <a:ext uri="{FF2B5EF4-FFF2-40B4-BE49-F238E27FC236}">
                <a16:creationId xmlns:a16="http://schemas.microsoft.com/office/drawing/2014/main" id="{0B541150-C313-46FA-8598-14A1ECE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59593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190">
            <a:extLst xmlns:a="http://schemas.openxmlformats.org/drawingml/2006/main">
              <a:ext uri="{FF2B5EF4-FFF2-40B4-BE49-F238E27FC236}">
                <a16:creationId xmlns:a16="http://schemas.microsoft.com/office/drawing/2014/main" id="{9AB59B05-0E50-41CB-9B09-6607C40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697815"/>
            <a:ext cx="1727891" cy="128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7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191">
            <a:extLst xmlns:a="http://schemas.openxmlformats.org/drawingml/2006/main">
              <a:ext uri="{FF2B5EF4-FFF2-40B4-BE49-F238E27FC236}">
                <a16:creationId xmlns:a16="http://schemas.microsoft.com/office/drawing/2014/main" id="{2BFA35E1-E636-4E7F-8AAD-047F2FBD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28" y="1733520"/>
            <a:ext cx="3146430" cy="619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核心机制设计</a:t>
            </a:r>
            <a:endParaRPr sz="37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192">
            <a:extLst xmlns:a="http://schemas.openxmlformats.org/drawingml/2006/main">
              <a:ext uri="{FF2B5EF4-FFF2-40B4-BE49-F238E27FC236}">
                <a16:creationId xmlns:a16="http://schemas.microsoft.com/office/drawing/2014/main" id="{4A7E49B9-33E5-41C5-A683-9409393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2646709"/>
            <a:ext cx="7589424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多智能体分工 · 受约束规划 · 证据链核验 · 资产分支闭环 · 确定性 Gate</a:t>
            </a:r>
            <a:endParaRPr sz="18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193">
            <a:extLst xmlns:a="http://schemas.openxmlformats.org/drawingml/2006/main">
              <a:ext uri="{FF2B5EF4-FFF2-40B4-BE49-F238E27FC236}">
                <a16:creationId xmlns:a16="http://schemas.microsoft.com/office/drawing/2014/main" id="{D4CC6177-F491-416A-A58A-3705A846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3637116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规划校验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194">
            <a:extLst xmlns:a="http://schemas.openxmlformats.org/drawingml/2006/main">
              <a:ext uri="{FF2B5EF4-FFF2-40B4-BE49-F238E27FC236}">
                <a16:creationId xmlns:a16="http://schemas.microsoft.com/office/drawing/2014/main" id="{7F522E1E-DA74-4E21-B693-C4C32AEF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645792"/>
            <a:ext cx="6714780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Planner 只提计划不拿执行权限，服务端强制校验 Schema、白名单与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195">
            <a:extLst xmlns:a="http://schemas.openxmlformats.org/drawingml/2006/main">
              <a:ext uri="{FF2B5EF4-FFF2-40B4-BE49-F238E27FC236}">
                <a16:creationId xmlns:a16="http://schemas.microsoft.com/office/drawing/2014/main" id="{59046062-4AF9-4F5A-8483-2509F51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921205"/>
            <a:ext cx="1169776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必需任务。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196">
            <a:extLst xmlns:a="http://schemas.openxmlformats.org/drawingml/2006/main">
              <a:ext uri="{FF2B5EF4-FFF2-40B4-BE49-F238E27FC236}">
                <a16:creationId xmlns:a16="http://schemas.microsoft.com/office/drawing/2014/main" id="{25706611-C866-455A-BFD3-BBD494F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4390276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来源与范围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197">
            <a:extLst xmlns:a="http://schemas.openxmlformats.org/drawingml/2006/main">
              <a:ext uri="{FF2B5EF4-FFF2-40B4-BE49-F238E27FC236}">
                <a16:creationId xmlns:a16="http://schemas.microsoft.com/office/drawing/2014/main" id="{E988C4AC-63C4-4784-8F83-B8D20A80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397516"/>
            <a:ext cx="6791098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Claim–Evidence 三档分离存储，origin() 归并同源转载，精准匹配维护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198">
            <a:extLst xmlns:a="http://schemas.openxmlformats.org/drawingml/2006/main">
              <a:ext uri="{FF2B5EF4-FFF2-40B4-BE49-F238E27FC236}">
                <a16:creationId xmlns:a16="http://schemas.microsoft.com/office/drawing/2014/main" id="{A4177382-2BFB-4FA3-854F-0467804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674364"/>
            <a:ext cx="753068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分支。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199">
            <a:extLst xmlns:a="http://schemas.openxmlformats.org/drawingml/2006/main">
              <a:ext uri="{FF2B5EF4-FFF2-40B4-BE49-F238E27FC236}">
                <a16:creationId xmlns:a16="http://schemas.microsoft.com/office/drawing/2014/main" id="{B3F3F135-3D42-4947-8902-406E90B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5143423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结果封存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200">
            <a:extLst xmlns:a="http://schemas.openxmlformats.org/drawingml/2006/main">
              <a:ext uri="{FF2B5EF4-FFF2-40B4-BE49-F238E27FC236}">
                <a16:creationId xmlns:a16="http://schemas.microsoft.com/office/drawing/2014/main" id="{44D14363-682F-4F46-B981-D87EFD8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150663"/>
            <a:ext cx="6766967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Integration Gate 六维确定性规则统一验收，AnswerEnvelope 结构化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201">
            <a:extLst xmlns:a="http://schemas.openxmlformats.org/drawingml/2006/main">
              <a:ext uri="{FF2B5EF4-FFF2-40B4-BE49-F238E27FC236}">
                <a16:creationId xmlns:a16="http://schemas.microsoft.com/office/drawing/2014/main" id="{D7946C4D-C4EF-4183-AE58-C128B84F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426076"/>
            <a:ext cx="1169776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封存交付。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202">
            <a:extLst xmlns:a="http://schemas.openxmlformats.org/drawingml/2006/main">
              <a:ext uri="{FF2B5EF4-FFF2-40B4-BE49-F238E27FC236}">
                <a16:creationId xmlns:a16="http://schemas.microsoft.com/office/drawing/2014/main" id="{4CC6724D-898D-482D-AEFA-2603154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1198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46">
            <a:extLst xmlns:a="http://schemas.openxmlformats.org/drawingml/2006/main">
              <a:ext uri="{FF2B5EF4-FFF2-40B4-BE49-F238E27FC236}">
                <a16:creationId xmlns:a16="http://schemas.microsoft.com/office/drawing/2014/main" id="{3D57EFA3-8D95-49BE-8DA1-197DC0941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6e555192e48af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203">
            <a:extLst xmlns:a="http://schemas.openxmlformats.org/drawingml/2006/main">
              <a:ext uri="{FF2B5EF4-FFF2-40B4-BE49-F238E27FC236}">
                <a16:creationId xmlns:a16="http://schemas.microsoft.com/office/drawing/2014/main" id="{D02350EC-4030-4D13-A1C9-D1C5D036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204">
            <a:extLst xmlns:a="http://schemas.openxmlformats.org/drawingml/2006/main">
              <a:ext uri="{FF2B5EF4-FFF2-40B4-BE49-F238E27FC236}">
                <a16:creationId xmlns:a16="http://schemas.microsoft.com/office/drawing/2014/main" id="{F419B404-FD6E-4B41-834B-F1D18D9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205">
            <a:extLst xmlns:a="http://schemas.openxmlformats.org/drawingml/2006/main">
              <a:ext uri="{FF2B5EF4-FFF2-40B4-BE49-F238E27FC236}">
                <a16:creationId xmlns:a16="http://schemas.microsoft.com/office/drawing/2014/main" id="{E869B221-DBCC-4CC6-9B98-8B005C0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67" y="2533800"/>
            <a:ext cx="236207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5" name="editable-diagram-206">
            <a:extLst xmlns:a="http://schemas.openxmlformats.org/drawingml/2006/main">
              <a:ext uri="{FF2B5EF4-FFF2-40B4-BE49-F238E27FC236}">
                <a16:creationId xmlns:a16="http://schemas.microsoft.com/office/drawing/2014/main" id="{AFDDDF06-6B2F-4A42-96FD-570458A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653" y="2257676"/>
            <a:ext cx="42843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diagram-207">
            <a:extLst xmlns:a="http://schemas.openxmlformats.org/drawingml/2006/main">
              <a:ext uri="{FF2B5EF4-FFF2-40B4-BE49-F238E27FC236}">
                <a16:creationId xmlns:a16="http://schemas.microsoft.com/office/drawing/2014/main" id="{C61EE763-1B6B-4E32-ACE2-F32E9239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571" y="2533800"/>
            <a:ext cx="236207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diagram-208">
            <a:extLst xmlns:a="http://schemas.openxmlformats.org/drawingml/2006/main">
              <a:ext uri="{FF2B5EF4-FFF2-40B4-BE49-F238E27FC236}">
                <a16:creationId xmlns:a16="http://schemas.microsoft.com/office/drawing/2014/main" id="{79D88E41-1A3E-4B32-9C1E-2AFE2881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358" y="2257676"/>
            <a:ext cx="42843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8" name="editable-diagram-209">
            <a:extLst xmlns:a="http://schemas.openxmlformats.org/drawingml/2006/main">
              <a:ext uri="{FF2B5EF4-FFF2-40B4-BE49-F238E27FC236}">
                <a16:creationId xmlns:a16="http://schemas.microsoft.com/office/drawing/2014/main" id="{824A82B0-4102-46C0-9558-6810067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32" y="2533800"/>
            <a:ext cx="236207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9" name="editable-diagram-210">
            <a:extLst xmlns:a="http://schemas.openxmlformats.org/drawingml/2006/main">
              <a:ext uri="{FF2B5EF4-FFF2-40B4-BE49-F238E27FC236}">
                <a16:creationId xmlns:a16="http://schemas.microsoft.com/office/drawing/2014/main" id="{BA654B74-BB64-41E9-BB51-3B7EF633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062" y="2257676"/>
            <a:ext cx="42843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0" name="editable-diagram-211">
            <a:extLst xmlns:a="http://schemas.openxmlformats.org/drawingml/2006/main">
              <a:ext uri="{FF2B5EF4-FFF2-40B4-BE49-F238E27FC236}">
                <a16:creationId xmlns:a16="http://schemas.microsoft.com/office/drawing/2014/main" id="{03E0587B-179E-4BD6-9B30-C3D220E9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336" y="2533800"/>
            <a:ext cx="236207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1" name="editable-diagram-212">
            <a:extLst xmlns:a="http://schemas.openxmlformats.org/drawingml/2006/main">
              <a:ext uri="{FF2B5EF4-FFF2-40B4-BE49-F238E27FC236}">
                <a16:creationId xmlns:a16="http://schemas.microsoft.com/office/drawing/2014/main" id="{3208C9D7-3828-4D2B-AB4D-7B93502C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188" y="3810073"/>
            <a:ext cx="323663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2" name="editable-diagram-213">
            <a:extLst xmlns:a="http://schemas.openxmlformats.org/drawingml/2006/main">
              <a:ext uri="{FF2B5EF4-FFF2-40B4-BE49-F238E27FC236}">
                <a16:creationId xmlns:a16="http://schemas.microsoft.com/office/drawing/2014/main" id="{A51AF814-6A84-4B41-8E58-531B5C18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80" y="3810073"/>
            <a:ext cx="323663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3" name="editable-text-214">
            <a:extLst xmlns:a="http://schemas.openxmlformats.org/drawingml/2006/main">
              <a:ext uri="{FF2B5EF4-FFF2-40B4-BE49-F238E27FC236}">
                <a16:creationId xmlns:a16="http://schemas.microsoft.com/office/drawing/2014/main" id="{37A1AFD0-7339-44EC-A341-98995BBC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215">
            <a:extLst xmlns:a="http://schemas.openxmlformats.org/drawingml/2006/main">
              <a:ext uri="{FF2B5EF4-FFF2-40B4-BE49-F238E27FC236}">
                <a16:creationId xmlns:a16="http://schemas.microsoft.com/office/drawing/2014/main" id="{858E5C7A-1174-47C1-8EBE-CFD262FC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216">
            <a:extLst xmlns:a="http://schemas.openxmlformats.org/drawingml/2006/main">
              <a:ext uri="{FF2B5EF4-FFF2-40B4-BE49-F238E27FC236}">
                <a16:creationId xmlns:a16="http://schemas.microsoft.com/office/drawing/2014/main" id="{7E16C8A7-14C1-4082-9D54-4E0B9DC2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11150704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智能体流水线：受约束 Planner 规划，三专业 Agent 分工，Gate 独立验收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217">
            <a:extLst xmlns:a="http://schemas.openxmlformats.org/drawingml/2006/main">
              <a:ext uri="{FF2B5EF4-FFF2-40B4-BE49-F238E27FC236}">
                <a16:creationId xmlns:a16="http://schemas.microsoft.com/office/drawing/2014/main" id="{21AFEE5B-2DC8-4CEE-BE3D-AD274287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104870"/>
            <a:ext cx="1093984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用户请求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218">
            <a:extLst xmlns:a="http://schemas.openxmlformats.org/drawingml/2006/main">
              <a:ext uri="{FF2B5EF4-FFF2-40B4-BE49-F238E27FC236}">
                <a16:creationId xmlns:a16="http://schemas.microsoft.com/office/drawing/2014/main" id="{34571123-4CF6-46FB-A468-548FE700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2104870"/>
            <a:ext cx="1066896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Planner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219">
            <a:extLst xmlns:a="http://schemas.openxmlformats.org/drawingml/2006/main">
              <a:ext uri="{FF2B5EF4-FFF2-40B4-BE49-F238E27FC236}">
                <a16:creationId xmlns:a16="http://schemas.microsoft.com/office/drawing/2014/main" id="{07B54A5E-C9CC-4FA8-B722-6F6C840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2104870"/>
            <a:ext cx="1160517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Runtime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220">
            <a:extLst xmlns:a="http://schemas.openxmlformats.org/drawingml/2006/main">
              <a:ext uri="{FF2B5EF4-FFF2-40B4-BE49-F238E27FC236}">
                <a16:creationId xmlns:a16="http://schemas.microsoft.com/office/drawing/2014/main" id="{971EDA05-E216-49B2-820D-45A1B81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2104870"/>
            <a:ext cx="1455929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Gate / 答案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221">
            <a:extLst xmlns:a="http://schemas.openxmlformats.org/drawingml/2006/main">
              <a:ext uri="{FF2B5EF4-FFF2-40B4-BE49-F238E27FC236}">
                <a16:creationId xmlns:a16="http://schemas.microsoft.com/office/drawing/2014/main" id="{D6C224BD-745C-4527-98A3-CAED729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819265"/>
            <a:ext cx="1390976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原目标与必需任务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222">
            <a:extLst xmlns:a="http://schemas.openxmlformats.org/drawingml/2006/main">
              <a:ext uri="{FF2B5EF4-FFF2-40B4-BE49-F238E27FC236}">
                <a16:creationId xmlns:a16="http://schemas.microsoft.com/office/drawing/2014/main" id="{F5806A35-BCF0-4068-AB5E-CB7770C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2819265"/>
            <a:ext cx="1391694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模型生成候选计划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223">
            <a:extLst xmlns:a="http://schemas.openxmlformats.org/drawingml/2006/main">
              <a:ext uri="{FF2B5EF4-FFF2-40B4-BE49-F238E27FC236}">
                <a16:creationId xmlns:a16="http://schemas.microsoft.com/office/drawing/2014/main" id="{C47F7712-369B-4E78-B384-439034D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2819265"/>
            <a:ext cx="1390475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校验后按依赖调度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224">
            <a:extLst xmlns:a="http://schemas.openxmlformats.org/drawingml/2006/main">
              <a:ext uri="{FF2B5EF4-FFF2-40B4-BE49-F238E27FC236}">
                <a16:creationId xmlns:a16="http://schemas.microsoft.com/office/drawing/2014/main" id="{5DC9FCF4-AF2B-449D-B617-4B0FC538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2819265"/>
            <a:ext cx="122932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验收与结果封存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225">
            <a:extLst xmlns:a="http://schemas.openxmlformats.org/drawingml/2006/main">
              <a:ext uri="{FF2B5EF4-FFF2-40B4-BE49-F238E27FC236}">
                <a16:creationId xmlns:a16="http://schemas.microsoft.com/office/drawing/2014/main" id="{4013B0DB-5B08-4A5F-BF7C-498D6C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679" y="205615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226">
            <a:extLst xmlns:a="http://schemas.openxmlformats.org/drawingml/2006/main">
              <a:ext uri="{FF2B5EF4-FFF2-40B4-BE49-F238E27FC236}">
                <a16:creationId xmlns:a16="http://schemas.microsoft.com/office/drawing/2014/main" id="{612111AD-7008-4F0D-9DB6-F95EEEE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936" y="205615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227">
            <a:extLst xmlns:a="http://schemas.openxmlformats.org/drawingml/2006/main">
              <a:ext uri="{FF2B5EF4-FFF2-40B4-BE49-F238E27FC236}">
                <a16:creationId xmlns:a16="http://schemas.microsoft.com/office/drawing/2014/main" id="{5B224E90-338B-4DE9-A278-82A9AFD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96" y="205615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228">
            <a:extLst xmlns:a="http://schemas.openxmlformats.org/drawingml/2006/main">
              <a:ext uri="{FF2B5EF4-FFF2-40B4-BE49-F238E27FC236}">
                <a16:creationId xmlns:a16="http://schemas.microsoft.com/office/drawing/2014/main" id="{37863D4D-D097-48D0-B20F-A0D9207B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456380"/>
            <a:ext cx="964891" cy="71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43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229">
            <a:extLst xmlns:a="http://schemas.openxmlformats.org/drawingml/2006/main">
              <a:ext uri="{FF2B5EF4-FFF2-40B4-BE49-F238E27FC236}">
                <a16:creationId xmlns:a16="http://schemas.microsoft.com/office/drawing/2014/main" id="{5F61D80E-82CF-42B1-A491-1A9F26D1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3456380"/>
            <a:ext cx="964891" cy="71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43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230">
            <a:extLst xmlns:a="http://schemas.openxmlformats.org/drawingml/2006/main">
              <a:ext uri="{FF2B5EF4-FFF2-40B4-BE49-F238E27FC236}">
                <a16:creationId xmlns:a16="http://schemas.microsoft.com/office/drawing/2014/main" id="{7C697D5F-F9CC-4C3C-8193-4EB50CA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3456380"/>
            <a:ext cx="964891" cy="71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43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231">
            <a:extLst xmlns:a="http://schemas.openxmlformats.org/drawingml/2006/main">
              <a:ext uri="{FF2B5EF4-FFF2-40B4-BE49-F238E27FC236}">
                <a16:creationId xmlns:a16="http://schemas.microsoft.com/office/drawing/2014/main" id="{7EFCF3C0-3E52-410E-B616-5AD4DD66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35" y="3675238"/>
            <a:ext cx="1561320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调查 Agent</a:t>
            </a:r>
            <a:endParaRPr sz="20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232">
            <a:extLst xmlns:a="http://schemas.openxmlformats.org/drawingml/2006/main">
              <a:ext uri="{FF2B5EF4-FFF2-40B4-BE49-F238E27FC236}">
                <a16:creationId xmlns:a16="http://schemas.microsoft.com/office/drawing/2014/main" id="{33599DCA-A9AB-425B-962E-7DA5D5E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626" y="3675238"/>
            <a:ext cx="1561320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核验 Agent</a:t>
            </a:r>
            <a:endParaRPr sz="20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233">
            <a:extLst xmlns:a="http://schemas.openxmlformats.org/drawingml/2006/main">
              <a:ext uri="{FF2B5EF4-FFF2-40B4-BE49-F238E27FC236}">
                <a16:creationId xmlns:a16="http://schemas.microsoft.com/office/drawing/2014/main" id="{B3FC02CB-5652-4869-8F54-715C28E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018" y="3675238"/>
            <a:ext cx="1561320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风险 Agent</a:t>
            </a:r>
            <a:endParaRPr sz="20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234">
            <a:extLst xmlns:a="http://schemas.openxmlformats.org/drawingml/2006/main">
              <a:ext uri="{FF2B5EF4-FFF2-40B4-BE49-F238E27FC236}">
                <a16:creationId xmlns:a16="http://schemas.microsoft.com/office/drawing/2014/main" id="{3C6B574D-A640-4244-BD30-6763C65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176072"/>
            <a:ext cx="3100814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经 8 个注册工具读取漏洞、证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ditable-text-235">
            <a:extLst xmlns:a="http://schemas.openxmlformats.org/drawingml/2006/main">
              <a:ext uri="{FF2B5EF4-FFF2-40B4-BE49-F238E27FC236}">
                <a16:creationId xmlns:a16="http://schemas.microsoft.com/office/drawing/2014/main" id="{D9B88FBE-060E-485C-988E-53D81CD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4176072"/>
            <a:ext cx="342339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在固定快照上按来源血缘核验声明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ditable-text-236">
            <a:extLst xmlns:a="http://schemas.openxmlformats.org/drawingml/2006/main">
              <a:ext uri="{FF2B5EF4-FFF2-40B4-BE49-F238E27FC236}">
                <a16:creationId xmlns:a16="http://schemas.microsoft.com/office/drawing/2014/main" id="{6E76BEC4-68E2-4296-9382-D2477F6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439241"/>
            <a:ext cx="281377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据、资产与语义结果；产出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ditable-text-237">
            <a:extLst xmlns:a="http://schemas.openxmlformats.org/drawingml/2006/main">
              <a:ext uri="{FF2B5EF4-FFF2-40B4-BE49-F238E27FC236}">
                <a16:creationId xmlns:a16="http://schemas.microsoft.com/office/drawing/2014/main" id="{5FEC53D9-3486-489F-8272-189B373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4439241"/>
            <a:ext cx="302327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与证据；输出 CONFIRMED /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ditable-text-238">
            <a:extLst xmlns:a="http://schemas.openxmlformats.org/drawingml/2006/main">
              <a:ext uri="{FF2B5EF4-FFF2-40B4-BE49-F238E27FC236}">
                <a16:creationId xmlns:a16="http://schemas.microsoft.com/office/drawing/2014/main" id="{F0DDEA04-ECF9-4F3A-9520-5CE74C4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700608"/>
            <a:ext cx="338019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InvestigationArtifact，未解决项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ditable-text-239">
            <a:extLst xmlns:a="http://schemas.openxmlformats.org/drawingml/2006/main">
              <a:ext uri="{FF2B5EF4-FFF2-40B4-BE49-F238E27FC236}">
                <a16:creationId xmlns:a16="http://schemas.microsoft.com/office/drawing/2014/main" id="{87370C1E-DCD5-451F-BACA-966EB62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4700608"/>
            <a:ext cx="1360902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CONFLICT /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ditable-text-240">
            <a:extLst xmlns:a="http://schemas.openxmlformats.org/drawingml/2006/main">
              <a:ext uri="{FF2B5EF4-FFF2-40B4-BE49-F238E27FC236}">
                <a16:creationId xmlns:a16="http://schemas.microsoft.com/office/drawing/2014/main" id="{FE6C0B6D-822E-4AC2-94DB-F62DF88B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963790"/>
            <a:ext cx="789266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留痕。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ditable-text-241">
            <a:extLst xmlns:a="http://schemas.openxmlformats.org/drawingml/2006/main">
              <a:ext uri="{FF2B5EF4-FFF2-40B4-BE49-F238E27FC236}">
                <a16:creationId xmlns:a16="http://schemas.microsoft.com/office/drawing/2014/main" id="{2854F9E4-5E69-4FEA-8085-522CC981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4963790"/>
            <a:ext cx="298562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INSUFFICIENT_EVIDENCE。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ditable-text-242">
            <a:extLst xmlns:a="http://schemas.openxmlformats.org/drawingml/2006/main">
              <a:ext uri="{FF2B5EF4-FFF2-40B4-BE49-F238E27FC236}">
                <a16:creationId xmlns:a16="http://schemas.microsoft.com/office/drawing/2014/main" id="{8DC29C9E-EABC-4161-9C9C-BAF2BBBF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079" y="360818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ditable-text-243">
            <a:extLst xmlns:a="http://schemas.openxmlformats.org/drawingml/2006/main">
              <a:ext uri="{FF2B5EF4-FFF2-40B4-BE49-F238E27FC236}">
                <a16:creationId xmlns:a16="http://schemas.microsoft.com/office/drawing/2014/main" id="{B461430E-DF2D-445A-87B7-AC970281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470" y="360818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ditable-text-244">
            <a:extLst xmlns:a="http://schemas.openxmlformats.org/drawingml/2006/main">
              <a:ext uri="{FF2B5EF4-FFF2-40B4-BE49-F238E27FC236}">
                <a16:creationId xmlns:a16="http://schemas.microsoft.com/office/drawing/2014/main" id="{9D4E4959-427C-4D55-8CEB-DBDCB1E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4307117"/>
            <a:ext cx="3202921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包生态匹配、多维护分支范围比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ditable-text-245">
            <a:extLst xmlns:a="http://schemas.openxmlformats.org/drawingml/2006/main">
              <a:ext uri="{FF2B5EF4-FFF2-40B4-BE49-F238E27FC236}">
                <a16:creationId xmlns:a16="http://schemas.microsoft.com/office/drawing/2014/main" id="{34E22FB6-4CF1-4649-B2E7-291A9A0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4569931"/>
            <a:ext cx="3451479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较、CVSS 向量与 KEV/PoC/补丁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editable-text-246">
            <a:extLst xmlns:a="http://schemas.openxmlformats.org/drawingml/2006/main">
              <a:ext uri="{FF2B5EF4-FFF2-40B4-BE49-F238E27FC236}">
                <a16:creationId xmlns:a16="http://schemas.microsoft.com/office/drawing/2014/main" id="{BFF3CE9B-B6C4-4F09-9C82-7FCC013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4832732"/>
            <a:ext cx="3203791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信号归因；输出风险与优先级。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ditable-text-247">
            <a:extLst xmlns:a="http://schemas.openxmlformats.org/drawingml/2006/main">
              <a:ext uri="{FF2B5EF4-FFF2-40B4-BE49-F238E27FC236}">
                <a16:creationId xmlns:a16="http://schemas.microsoft.com/office/drawing/2014/main" id="{50C7E43E-3E48-4B36-8EFB-1696ADD4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99916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33">
            <a:extLst xmlns:a="http://schemas.openxmlformats.org/drawingml/2006/main">
              <a:ext uri="{FF2B5EF4-FFF2-40B4-BE49-F238E27FC236}">
                <a16:creationId xmlns:a16="http://schemas.microsoft.com/office/drawing/2014/main" id="{EFF53B69-A0C4-4399-8E3B-05D64D126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f651866a145df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248">
            <a:extLst xmlns:a="http://schemas.openxmlformats.org/drawingml/2006/main">
              <a:ext uri="{FF2B5EF4-FFF2-40B4-BE49-F238E27FC236}">
                <a16:creationId xmlns:a16="http://schemas.microsoft.com/office/drawing/2014/main" id="{BB45A5A1-0148-4E68-BC61-7668910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249">
            <a:extLst xmlns:a="http://schemas.openxmlformats.org/drawingml/2006/main">
              <a:ext uri="{FF2B5EF4-FFF2-40B4-BE49-F238E27FC236}">
                <a16:creationId xmlns:a16="http://schemas.microsoft.com/office/drawing/2014/main" id="{2579F3C3-DFEB-4BF2-98EC-383417BD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250">
            <a:extLst xmlns:a="http://schemas.openxmlformats.org/drawingml/2006/main">
              <a:ext uri="{FF2B5EF4-FFF2-40B4-BE49-F238E27FC236}">
                <a16:creationId xmlns:a16="http://schemas.microsoft.com/office/drawing/2014/main" id="{A6D5981A-A6C9-469C-9CCE-86E24955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026" y="2352715"/>
            <a:ext cx="49502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5" name="editable-diagram-251">
            <a:extLst xmlns:a="http://schemas.openxmlformats.org/drawingml/2006/main">
              <a:ext uri="{FF2B5EF4-FFF2-40B4-BE49-F238E27FC236}">
                <a16:creationId xmlns:a16="http://schemas.microsoft.com/office/drawing/2014/main" id="{F183DDDF-0C19-4185-A353-0FF53718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18" y="2352715"/>
            <a:ext cx="49502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diagram-252">
            <a:extLst xmlns:a="http://schemas.openxmlformats.org/drawingml/2006/main">
              <a:ext uri="{FF2B5EF4-FFF2-40B4-BE49-F238E27FC236}">
                <a16:creationId xmlns:a16="http://schemas.microsoft.com/office/drawing/2014/main" id="{CB5461A5-9CC4-4F4E-9D0B-1D678E3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238846"/>
            <a:ext cx="1127791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text-253">
            <a:extLst xmlns:a="http://schemas.openxmlformats.org/drawingml/2006/main">
              <a:ext uri="{FF2B5EF4-FFF2-40B4-BE49-F238E27FC236}">
                <a16:creationId xmlns:a16="http://schemas.microsoft.com/office/drawing/2014/main" id="{97B6D781-CE6C-4D82-9FDD-594FB2E7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254">
            <a:extLst xmlns:a="http://schemas.openxmlformats.org/drawingml/2006/main">
              <a:ext uri="{FF2B5EF4-FFF2-40B4-BE49-F238E27FC236}">
                <a16:creationId xmlns:a16="http://schemas.microsoft.com/office/drawing/2014/main" id="{928CF4AF-9DDA-48FC-B983-8789696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255">
            <a:extLst xmlns:a="http://schemas.openxmlformats.org/drawingml/2006/main">
              <a:ext uri="{FF2B5EF4-FFF2-40B4-BE49-F238E27FC236}">
                <a16:creationId xmlns:a16="http://schemas.microsoft.com/office/drawing/2014/main" id="{8B686814-79C6-4B91-B9B9-D39860E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10424889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核心机制一：受约束任务规划与服务端必需任务不变量（task-plan-v1）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256">
            <a:extLst xmlns:a="http://schemas.openxmlformats.org/drawingml/2006/main">
              <a:ext uri="{FF2B5EF4-FFF2-40B4-BE49-F238E27FC236}">
                <a16:creationId xmlns:a16="http://schemas.microsoft.com/office/drawing/2014/main" id="{F39C1A88-EB81-4E61-B71B-AD93770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117010"/>
            <a:ext cx="1356418" cy="38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用户目标</a:t>
            </a:r>
            <a:endParaRPr sz="23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257">
            <a:extLst xmlns:a="http://schemas.openxmlformats.org/drawingml/2006/main">
              <a:ext uri="{FF2B5EF4-FFF2-40B4-BE49-F238E27FC236}">
                <a16:creationId xmlns:a16="http://schemas.microsoft.com/office/drawing/2014/main" id="{9D343111-5B1F-44B6-9B23-DA6D49B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2117010"/>
            <a:ext cx="1947164" cy="38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模型候选计划</a:t>
            </a:r>
            <a:endParaRPr sz="23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258">
            <a:extLst xmlns:a="http://schemas.openxmlformats.org/drawingml/2006/main">
              <a:ext uri="{FF2B5EF4-FFF2-40B4-BE49-F238E27FC236}">
                <a16:creationId xmlns:a16="http://schemas.microsoft.com/office/drawing/2014/main" id="{AA333CD6-F00A-4D0F-83B4-AC4B227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2117010"/>
            <a:ext cx="1356418" cy="38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受控执行</a:t>
            </a:r>
            <a:endParaRPr sz="23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259">
            <a:extLst xmlns:a="http://schemas.openxmlformats.org/drawingml/2006/main">
              <a:ext uri="{FF2B5EF4-FFF2-40B4-BE49-F238E27FC236}">
                <a16:creationId xmlns:a16="http://schemas.microsoft.com/office/drawing/2014/main" id="{0CA04C09-73A5-4A61-BE41-CBA2B059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742120"/>
            <a:ext cx="326354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服务端提取 RequiredTask 不变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260">
            <a:extLst xmlns:a="http://schemas.openxmlformats.org/drawingml/2006/main">
              <a:ext uri="{FF2B5EF4-FFF2-40B4-BE49-F238E27FC236}">
                <a16:creationId xmlns:a16="http://schemas.microsoft.com/office/drawing/2014/main" id="{38917B77-FDC5-4E48-BA5E-1AC83A1A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2742120"/>
            <a:ext cx="1938675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生成候选 DAG 与 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261">
            <a:extLst xmlns:a="http://schemas.openxmlformats.org/drawingml/2006/main">
              <a:ext uri="{FF2B5EF4-FFF2-40B4-BE49-F238E27FC236}">
                <a16:creationId xmlns:a16="http://schemas.microsoft.com/office/drawing/2014/main" id="{A04CF846-AFD4-4CDF-9471-D6C81E83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005290"/>
            <a:ext cx="35137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量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262">
            <a:extLst xmlns:a="http://schemas.openxmlformats.org/drawingml/2006/main">
              <a:ext uri="{FF2B5EF4-FFF2-40B4-BE49-F238E27FC236}">
                <a16:creationId xmlns:a16="http://schemas.microsoft.com/office/drawing/2014/main" id="{9CC5E024-70E9-44ED-96BC-069E956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14" y="3005290"/>
            <a:ext cx="2111077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acceptance_criteria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263">
            <a:extLst xmlns:a="http://schemas.openxmlformats.org/drawingml/2006/main">
              <a:ext uri="{FF2B5EF4-FFF2-40B4-BE49-F238E27FC236}">
                <a16:creationId xmlns:a16="http://schemas.microsoft.com/office/drawing/2014/main" id="{E6CC811F-CE35-4F01-8BCB-3101EDC9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07" y="2160195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264">
            <a:extLst xmlns:a="http://schemas.openxmlformats.org/drawingml/2006/main">
              <a:ext uri="{FF2B5EF4-FFF2-40B4-BE49-F238E27FC236}">
                <a16:creationId xmlns:a16="http://schemas.microsoft.com/office/drawing/2014/main" id="{810E1A46-6ECE-4853-926F-78E18D26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399" y="2160195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265">
            <a:extLst xmlns:a="http://schemas.openxmlformats.org/drawingml/2006/main">
              <a:ext uri="{FF2B5EF4-FFF2-40B4-BE49-F238E27FC236}">
                <a16:creationId xmlns:a16="http://schemas.microsoft.com/office/drawing/2014/main" id="{100CC0A4-FC5D-471E-AE26-1E5E497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05" y="2874245"/>
            <a:ext cx="342603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三重校验通过后按 DAG 调度执行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266">
            <a:extLst xmlns:a="http://schemas.openxmlformats.org/drawingml/2006/main">
              <a:ext uri="{FF2B5EF4-FFF2-40B4-BE49-F238E27FC236}">
                <a16:creationId xmlns:a16="http://schemas.microsoft.com/office/drawing/2014/main" id="{6946DAF4-DE0C-428F-BE80-65173FFD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26002"/>
            <a:ext cx="1955996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服务端独立约束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267">
            <a:extLst xmlns:a="http://schemas.openxmlformats.org/drawingml/2006/main">
              <a:ext uri="{FF2B5EF4-FFF2-40B4-BE49-F238E27FC236}">
                <a16:creationId xmlns:a16="http://schemas.microsoft.com/office/drawing/2014/main" id="{8D8C4BDA-AC3F-49CC-93F2-15C6DB0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49223"/>
            <a:ext cx="198148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JSON Schema + 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268">
            <a:extLst xmlns:a="http://schemas.openxmlformats.org/drawingml/2006/main">
              <a:ext uri="{FF2B5EF4-FFF2-40B4-BE49-F238E27FC236}">
                <a16:creationId xmlns:a16="http://schemas.microsoft.com/office/drawing/2014/main" id="{4BC36946-376A-4C3C-A97D-D78E06F4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4349223"/>
            <a:ext cx="2646511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仅允许调用 8 个服务端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269">
            <a:extLst xmlns:a="http://schemas.openxmlformats.org/drawingml/2006/main">
              <a:ext uri="{FF2B5EF4-FFF2-40B4-BE49-F238E27FC236}">
                <a16:creationId xmlns:a16="http://schemas.microsoft.com/office/drawing/2014/main" id="{4437C6DC-0BDE-4A35-A2E4-96C4C04D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4349223"/>
            <a:ext cx="2318161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DAG 环路检查 + 深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270">
            <a:extLst xmlns:a="http://schemas.openxmlformats.org/drawingml/2006/main">
              <a:ext uri="{FF2B5EF4-FFF2-40B4-BE49-F238E27FC236}">
                <a16:creationId xmlns:a16="http://schemas.microsoft.com/office/drawing/2014/main" id="{D9791091-ABB9-44AD-81AB-95D6BA7B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4349223"/>
            <a:ext cx="2711674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complete_required_ta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271">
            <a:extLst xmlns:a="http://schemas.openxmlformats.org/drawingml/2006/main">
              <a:ext uri="{FF2B5EF4-FFF2-40B4-BE49-F238E27FC236}">
                <a16:creationId xmlns:a16="http://schemas.microsoft.com/office/drawing/2014/main" id="{2EDDCBF1-4E31-491E-958B-F58E405B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633641"/>
            <a:ext cx="2245095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Pydantic 严格校验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272">
            <a:extLst xmlns:a="http://schemas.openxmlformats.org/drawingml/2006/main">
              <a:ext uri="{FF2B5EF4-FFF2-40B4-BE49-F238E27FC236}">
                <a16:creationId xmlns:a16="http://schemas.microsoft.com/office/drawing/2014/main" id="{C80E6242-2EF0-4D0A-8BE8-6DE2478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4633641"/>
            <a:ext cx="1093034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注册工具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273">
            <a:extLst xmlns:a="http://schemas.openxmlformats.org/drawingml/2006/main">
              <a:ext uri="{FF2B5EF4-FFF2-40B4-BE49-F238E27FC236}">
                <a16:creationId xmlns:a16="http://schemas.microsoft.com/office/drawing/2014/main" id="{E4501CC9-B296-4EE5-BF1B-CE15184D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4633641"/>
            <a:ext cx="2228177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度/并发/时限约束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274">
            <a:extLst xmlns:a="http://schemas.openxmlformats.org/drawingml/2006/main">
              <a:ext uri="{FF2B5EF4-FFF2-40B4-BE49-F238E27FC236}">
                <a16:creationId xmlns:a16="http://schemas.microsoft.com/office/drawing/2014/main" id="{13C16FC6-312E-4A10-BAA1-4149EE1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4633641"/>
            <a:ext cx="207324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sks 补齐必需节点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275">
            <a:extLst xmlns:a="http://schemas.openxmlformats.org/drawingml/2006/main">
              <a:ext uri="{FF2B5EF4-FFF2-40B4-BE49-F238E27FC236}">
                <a16:creationId xmlns:a16="http://schemas.microsoft.com/office/drawing/2014/main" id="{658F7DC7-3251-4C18-AB2A-FC54AEB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190953"/>
            <a:ext cx="1667692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计划修正自愈机</a:t>
            </a:r>
            <a:endParaRPr sz="17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276">
            <a:extLst xmlns:a="http://schemas.openxmlformats.org/drawingml/2006/main">
              <a:ext uri="{FF2B5EF4-FFF2-40B4-BE49-F238E27FC236}">
                <a16:creationId xmlns:a16="http://schemas.microsoft.com/office/drawing/2014/main" id="{1D437E57-C672-4752-8E02-B82541F4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453767"/>
            <a:ext cx="35137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制</a:t>
            </a:r>
            <a:endParaRPr sz="17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277">
            <a:extLst xmlns:a="http://schemas.openxmlformats.org/drawingml/2006/main">
              <a:ext uri="{FF2B5EF4-FFF2-40B4-BE49-F238E27FC236}">
                <a16:creationId xmlns:a16="http://schemas.microsoft.com/office/drawing/2014/main" id="{DAA15844-1566-436B-A29E-241D908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39" y="5215072"/>
            <a:ext cx="921393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模型只提计划不拿权限：查询超范围（QUERY_SCOPE_MISMATCH）或缺失字段（如 C09）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278">
            <a:extLst xmlns:a="http://schemas.openxmlformats.org/drawingml/2006/main">
              <a:ext uri="{FF2B5EF4-FFF2-40B4-BE49-F238E27FC236}">
                <a16:creationId xmlns:a16="http://schemas.microsoft.com/office/drawing/2014/main" id="{46845468-097F-4E0C-B1AE-5642BAC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39" y="5477886"/>
            <a:ext cx="5910409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直接拦截，在两次预算内经 schema_feedback 自动修正。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279">
            <a:extLst xmlns:a="http://schemas.openxmlformats.org/drawingml/2006/main">
              <a:ext uri="{FF2B5EF4-FFF2-40B4-BE49-F238E27FC236}">
                <a16:creationId xmlns:a16="http://schemas.microsoft.com/office/drawing/2014/main" id="{5F323855-3785-49B7-9906-B3861A3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4502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1CACD14C-5AE1-4C60-867B-BF99FE2A4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b34a4d476495e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280">
            <a:extLst xmlns:a="http://schemas.openxmlformats.org/drawingml/2006/main">
              <a:ext uri="{FF2B5EF4-FFF2-40B4-BE49-F238E27FC236}">
                <a16:creationId xmlns:a16="http://schemas.microsoft.com/office/drawing/2014/main" id="{A0662A0A-67F6-4893-B964-28D5530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6" y="6286632"/>
            <a:ext cx="12191990" cy="57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editable-diagram-281">
            <a:extLst xmlns:a="http://schemas.openxmlformats.org/drawingml/2006/main">
              <a:ext uri="{FF2B5EF4-FFF2-40B4-BE49-F238E27FC236}">
                <a16:creationId xmlns:a16="http://schemas.microsoft.com/office/drawing/2014/main" id="{56BD22A0-8A2D-494B-9885-B04F4E5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282">
            <a:extLst xmlns:a="http://schemas.openxmlformats.org/drawingml/2006/main">
              <a:ext uri="{FF2B5EF4-FFF2-40B4-BE49-F238E27FC236}">
                <a16:creationId xmlns:a16="http://schemas.microsoft.com/office/drawing/2014/main" id="{B9AD129B-151D-4C59-A047-BB59686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283">
            <a:extLst xmlns:a="http://schemas.openxmlformats.org/drawingml/2006/main">
              <a:ext uri="{FF2B5EF4-FFF2-40B4-BE49-F238E27FC236}">
                <a16:creationId xmlns:a16="http://schemas.microsoft.com/office/drawing/2014/main" id="{364D98FC-1026-428F-99E6-BB476BE8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401" y="2762411"/>
            <a:ext cx="89500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text-284">
            <a:extLst xmlns:a="http://schemas.openxmlformats.org/drawingml/2006/main">
              <a:ext uri="{FF2B5EF4-FFF2-40B4-BE49-F238E27FC236}">
                <a16:creationId xmlns:a16="http://schemas.microsoft.com/office/drawing/2014/main" id="{5FF48201-1DA3-42F5-B4D8-661B8EE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285">
            <a:extLst xmlns:a="http://schemas.openxmlformats.org/drawingml/2006/main">
              <a:ext uri="{FF2B5EF4-FFF2-40B4-BE49-F238E27FC236}">
                <a16:creationId xmlns:a16="http://schemas.microsoft.com/office/drawing/2014/main" id="{9518E0C8-01EA-4B05-A537-1FB96D03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286">
            <a:extLst xmlns:a="http://schemas.openxmlformats.org/drawingml/2006/main">
              <a:ext uri="{FF2B5EF4-FFF2-40B4-BE49-F238E27FC236}">
                <a16:creationId xmlns:a16="http://schemas.microsoft.com/office/drawing/2014/main" id="{EC2A88CE-6F7B-49A8-BAB4-B40B74CE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739055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核心机制二：声明与证据三档分离存储及跨源血缘消歧（Lineage）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287">
            <a:extLst xmlns:a="http://schemas.openxmlformats.org/drawingml/2006/main">
              <a:ext uri="{FF2B5EF4-FFF2-40B4-BE49-F238E27FC236}">
                <a16:creationId xmlns:a16="http://schemas.microsoft.com/office/drawing/2014/main" id="{1F63C19F-C9C4-40AC-834A-E83245E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11637"/>
            <a:ext cx="3400390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Claim–Evidence 分离建模与同源归并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288">
            <a:extLst xmlns:a="http://schemas.openxmlformats.org/drawingml/2006/main">
              <a:ext uri="{FF2B5EF4-FFF2-40B4-BE49-F238E27FC236}">
                <a16:creationId xmlns:a16="http://schemas.microsoft.com/office/drawing/2014/main" id="{B92BCBAF-F524-4BF5-99AD-40C9986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560186"/>
            <a:ext cx="2245861" cy="38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GitHub 原公告</a:t>
            </a:r>
            <a:endParaRPr sz="23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289">
            <a:extLst xmlns:a="http://schemas.openxmlformats.org/drawingml/2006/main">
              <a:ext uri="{FF2B5EF4-FFF2-40B4-BE49-F238E27FC236}">
                <a16:creationId xmlns:a16="http://schemas.microsoft.com/office/drawing/2014/main" id="{C5EA0B82-D3EC-4E50-BEF8-7FC2337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581" y="2560186"/>
            <a:ext cx="2093016" cy="38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3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OSV 转录记录</a:t>
            </a:r>
            <a:endParaRPr sz="23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290">
            <a:extLst xmlns:a="http://schemas.openxmlformats.org/drawingml/2006/main">
              <a:ext uri="{FF2B5EF4-FFF2-40B4-BE49-F238E27FC236}">
                <a16:creationId xmlns:a16="http://schemas.microsoft.com/office/drawing/2014/main" id="{9DABC8AF-0CBA-4473-8306-3920CE33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998" y="2560531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291">
            <a:extLst xmlns:a="http://schemas.openxmlformats.org/drawingml/2006/main">
              <a:ext uri="{FF2B5EF4-FFF2-40B4-BE49-F238E27FC236}">
                <a16:creationId xmlns:a16="http://schemas.microsoft.com/office/drawing/2014/main" id="{7886BE7B-B670-42BE-B620-16FCBFD6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219246"/>
            <a:ext cx="2658232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外部公告原文 RawDocument 留痕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292">
            <a:extLst xmlns:a="http://schemas.openxmlformats.org/drawingml/2006/main">
              <a:ext uri="{FF2B5EF4-FFF2-40B4-BE49-F238E27FC236}">
                <a16:creationId xmlns:a16="http://schemas.microsoft.com/office/drawing/2014/main" id="{66A8F15D-9014-4DDB-949A-56E3EEE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581" y="3122760"/>
            <a:ext cx="3117036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字段区分「来源断言 / 候选线索 / 核验确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293">
            <a:extLst xmlns:a="http://schemas.openxmlformats.org/drawingml/2006/main">
              <a:ext uri="{FF2B5EF4-FFF2-40B4-BE49-F238E27FC236}">
                <a16:creationId xmlns:a16="http://schemas.microsoft.com/office/drawing/2014/main" id="{D344636E-F123-45A1-BDA8-68C4139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581" y="3317168"/>
            <a:ext cx="744667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认」三档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294">
            <a:extLst xmlns:a="http://schemas.openxmlformats.org/drawingml/2006/main">
              <a:ext uri="{FF2B5EF4-FFF2-40B4-BE49-F238E27FC236}">
                <a16:creationId xmlns:a16="http://schemas.microsoft.com/office/drawing/2014/main" id="{45F6BF06-31F9-42D9-93E9-38A91C9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99944"/>
            <a:ext cx="5252222" cy="446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跨源同出处归并（origin 算法）</a:t>
            </a:r>
            <a:endParaRPr sz="27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295">
            <a:extLst xmlns:a="http://schemas.openxmlformats.org/drawingml/2006/main">
              <a:ext uri="{FF2B5EF4-FFF2-40B4-BE49-F238E27FC236}">
                <a16:creationId xmlns:a16="http://schemas.microsoft.com/office/drawing/2014/main" id="{3F05F076-4F23-42A7-B7F3-87A4460D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77304"/>
            <a:ext cx="667078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穿透 NVD / OSV / GHSA 转载链，不按网址数量盲目累加权重</a:t>
            </a:r>
            <a:endParaRPr sz="187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296">
            <a:extLst xmlns:a="http://schemas.openxmlformats.org/drawingml/2006/main">
              <a:ext uri="{FF2B5EF4-FFF2-40B4-BE49-F238E27FC236}">
                <a16:creationId xmlns:a16="http://schemas.microsoft.com/office/drawing/2014/main" id="{5FB440D2-49E2-4FD5-8C51-044E9CB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880982"/>
            <a:ext cx="749675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核验角色在固定快照上核对作用域、原文定位与反证，CONFIRMED 方可作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297">
            <a:extLst xmlns:a="http://schemas.openxmlformats.org/drawingml/2006/main">
              <a:ext uri="{FF2B5EF4-FFF2-40B4-BE49-F238E27FC236}">
                <a16:creationId xmlns:a16="http://schemas.microsoft.com/office/drawing/2014/main" id="{8BE6F1C6-3090-4FF8-90B2-7DDF600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144151"/>
            <a:ext cx="122909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为决策依据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298">
            <a:extLst xmlns:a="http://schemas.openxmlformats.org/drawingml/2006/main">
              <a:ext uri="{FF2B5EF4-FFF2-40B4-BE49-F238E27FC236}">
                <a16:creationId xmlns:a16="http://schemas.microsoft.com/office/drawing/2014/main" id="{AFFF56C2-4437-42E7-AF68-95FF56A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514464"/>
            <a:ext cx="781692" cy="582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5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35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299">
            <a:extLst xmlns:a="http://schemas.openxmlformats.org/drawingml/2006/main">
              <a:ext uri="{FF2B5EF4-FFF2-40B4-BE49-F238E27FC236}">
                <a16:creationId xmlns:a16="http://schemas.microsoft.com/office/drawing/2014/main" id="{9DDA06A7-357C-4E0E-9468-73719542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885" y="5514287"/>
            <a:ext cx="727699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次同源重复确认实例在评测中被精准识别并拦截（涉及 7 题、4 类核心声明）。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300">
            <a:extLst xmlns:a="http://schemas.openxmlformats.org/drawingml/2006/main">
              <a:ext uri="{FF2B5EF4-FFF2-40B4-BE49-F238E27FC236}">
                <a16:creationId xmlns:a16="http://schemas.microsoft.com/office/drawing/2014/main" id="{20529F99-2AC7-4955-8755-E8367B3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885" y="5754417"/>
            <a:ext cx="6310584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有效防止将“同一份公告被多处转载”误判为“多源独立交叉印证”。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301">
            <a:extLst xmlns:a="http://schemas.openxmlformats.org/drawingml/2006/main">
              <a:ext uri="{FF2B5EF4-FFF2-40B4-BE49-F238E27FC236}">
                <a16:creationId xmlns:a16="http://schemas.microsoft.com/office/drawing/2014/main" id="{7E10E2AF-E700-4858-8E81-05886E1B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23894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22">
            <a:extLst xmlns:a="http://schemas.openxmlformats.org/drawingml/2006/main">
              <a:ext uri="{FF2B5EF4-FFF2-40B4-BE49-F238E27FC236}">
                <a16:creationId xmlns:a16="http://schemas.microsoft.com/office/drawing/2014/main" id="{DA416906-DD14-4442-92A7-AB47D213D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cdf59699c42ce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302">
            <a:extLst xmlns:a="http://schemas.openxmlformats.org/drawingml/2006/main">
              <a:ext uri="{FF2B5EF4-FFF2-40B4-BE49-F238E27FC236}">
                <a16:creationId xmlns:a16="http://schemas.microsoft.com/office/drawing/2014/main" id="{5242E2A9-BE9B-4BBB-A22B-492739B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303">
            <a:extLst xmlns:a="http://schemas.openxmlformats.org/drawingml/2006/main">
              <a:ext uri="{FF2B5EF4-FFF2-40B4-BE49-F238E27FC236}">
                <a16:creationId xmlns:a16="http://schemas.microsoft.com/office/drawing/2014/main" id="{8AD1D93B-69C5-4787-BC60-DA72B2B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04">
            <a:extLst xmlns:a="http://schemas.openxmlformats.org/drawingml/2006/main">
              <a:ext uri="{FF2B5EF4-FFF2-40B4-BE49-F238E27FC236}">
                <a16:creationId xmlns:a16="http://schemas.microsoft.com/office/drawing/2014/main" id="{81F9A1C6-F3D8-4AE0-8685-ABDDF20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16" y="3162392"/>
            <a:ext cx="7915347" cy="280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305">
            <a:extLst xmlns:a="http://schemas.openxmlformats.org/drawingml/2006/main">
              <a:ext uri="{FF2B5EF4-FFF2-40B4-BE49-F238E27FC236}">
                <a16:creationId xmlns:a16="http://schemas.microsoft.com/office/drawing/2014/main" id="{108E7369-2566-41B9-98F6-60DB366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16" y="4247851"/>
            <a:ext cx="7915347" cy="37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diagram-306">
            <a:extLst xmlns:a="http://schemas.openxmlformats.org/drawingml/2006/main">
              <a:ext uri="{FF2B5EF4-FFF2-40B4-BE49-F238E27FC236}">
                <a16:creationId xmlns:a16="http://schemas.microsoft.com/office/drawing/2014/main" id="{ED120100-2578-42DD-BA56-6DB0942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903" y="4162528"/>
            <a:ext cx="151938" cy="19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7" name="editable-text-307">
            <a:extLst xmlns:a="http://schemas.openxmlformats.org/drawingml/2006/main">
              <a:ext uri="{FF2B5EF4-FFF2-40B4-BE49-F238E27FC236}">
                <a16:creationId xmlns:a16="http://schemas.microsoft.com/office/drawing/2014/main" id="{1724F912-3F2F-4C46-A421-C6082CB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308">
            <a:extLst xmlns:a="http://schemas.openxmlformats.org/drawingml/2006/main">
              <a:ext uri="{FF2B5EF4-FFF2-40B4-BE49-F238E27FC236}">
                <a16:creationId xmlns:a16="http://schemas.microsoft.com/office/drawing/2014/main" id="{6DF0B35D-BB9F-4302-9254-52835EF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309">
            <a:extLst xmlns:a="http://schemas.openxmlformats.org/drawingml/2006/main">
              <a:ext uri="{FF2B5EF4-FFF2-40B4-BE49-F238E27FC236}">
                <a16:creationId xmlns:a16="http://schemas.microsoft.com/office/drawing/2014/main" id="{A7B6AC7B-484F-4A92-9176-F9E735B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8345890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核心机制三：授权资产快照绑定与多维护分支版本区间比对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310">
            <a:extLst xmlns:a="http://schemas.openxmlformats.org/drawingml/2006/main">
              <a:ext uri="{FF2B5EF4-FFF2-40B4-BE49-F238E27FC236}">
                <a16:creationId xmlns:a16="http://schemas.microsoft.com/office/drawing/2014/main" id="{2F364FE3-922C-45F2-8E12-CBBB0654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30726"/>
            <a:ext cx="3686712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多维护分支独立区间比对（以 C08 为例）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311">
            <a:extLst xmlns:a="http://schemas.openxmlformats.org/drawingml/2006/main">
              <a:ext uri="{FF2B5EF4-FFF2-40B4-BE49-F238E27FC236}">
                <a16:creationId xmlns:a16="http://schemas.microsoft.com/office/drawing/2014/main" id="{71F8079E-B9C6-451E-80C1-3B85145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17865"/>
            <a:ext cx="503549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0.x</a:t>
            </a:r>
            <a:endParaRPr sz="19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312">
            <a:extLst xmlns:a="http://schemas.openxmlformats.org/drawingml/2006/main">
              <a:ext uri="{FF2B5EF4-FFF2-40B4-BE49-F238E27FC236}">
                <a16:creationId xmlns:a16="http://schemas.microsoft.com/office/drawing/2014/main" id="{BAE50408-3960-47E0-8DEF-124DDFB9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047" y="2612107"/>
            <a:ext cx="1028823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&lt;0.3.81</a:t>
            </a:r>
            <a:endParaRPr sz="202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313">
            <a:extLst xmlns:a="http://schemas.openxmlformats.org/drawingml/2006/main">
              <a:ext uri="{FF2B5EF4-FFF2-40B4-BE49-F238E27FC236}">
                <a16:creationId xmlns:a16="http://schemas.microsoft.com/office/drawing/2014/main" id="{1E14A97A-F168-4859-A494-DDB660C4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577" y="2666548"/>
            <a:ext cx="138984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修复：0.3.81</a:t>
            </a:r>
            <a:endParaRPr sz="165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314">
            <a:extLst xmlns:a="http://schemas.openxmlformats.org/drawingml/2006/main">
              <a:ext uri="{FF2B5EF4-FFF2-40B4-BE49-F238E27FC236}">
                <a16:creationId xmlns:a16="http://schemas.microsoft.com/office/drawing/2014/main" id="{7A7870A2-E9DF-47D7-91C3-06D2D1F3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05114"/>
            <a:ext cx="503549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1.x</a:t>
            </a:r>
            <a:endParaRPr sz="19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315">
            <a:extLst xmlns:a="http://schemas.openxmlformats.org/drawingml/2006/main">
              <a:ext uri="{FF2B5EF4-FFF2-40B4-BE49-F238E27FC236}">
                <a16:creationId xmlns:a16="http://schemas.microsoft.com/office/drawing/2014/main" id="{B2B2479F-7853-4375-820D-D969EC3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047" y="3699356"/>
            <a:ext cx="2201350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≥1.0.0 且 &lt;1.2.5</a:t>
            </a:r>
            <a:endParaRPr sz="202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316">
            <a:extLst xmlns:a="http://schemas.openxmlformats.org/drawingml/2006/main">
              <a:ext uri="{FF2B5EF4-FFF2-40B4-BE49-F238E27FC236}">
                <a16:creationId xmlns:a16="http://schemas.microsoft.com/office/drawing/2014/main" id="{030E91C4-AFFC-46FB-BF7D-B06A169A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577" y="3752363"/>
            <a:ext cx="1277115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修复：1.2.5</a:t>
            </a:r>
            <a:endParaRPr sz="16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317">
            <a:extLst xmlns:a="http://schemas.openxmlformats.org/drawingml/2006/main">
              <a:ext uri="{FF2B5EF4-FFF2-40B4-BE49-F238E27FC236}">
                <a16:creationId xmlns:a16="http://schemas.microsoft.com/office/drawing/2014/main" id="{92F63B45-BF98-40F7-BF60-3CD39CD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557" y="4327992"/>
            <a:ext cx="1508834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固定资产观察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318">
            <a:extLst xmlns:a="http://schemas.openxmlformats.org/drawingml/2006/main">
              <a:ext uri="{FF2B5EF4-FFF2-40B4-BE49-F238E27FC236}">
                <a16:creationId xmlns:a16="http://schemas.microsoft.com/office/drawing/2014/main" id="{059AF395-297D-4579-99E4-3472DF53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557" y="4602325"/>
            <a:ext cx="320307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（VersionObservation）：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319">
            <a:extLst xmlns:a="http://schemas.openxmlformats.org/drawingml/2006/main">
              <a:ext uri="{FF2B5EF4-FFF2-40B4-BE49-F238E27FC236}">
                <a16:creationId xmlns:a16="http://schemas.microsoft.com/office/drawing/2014/main" id="{AEBC14EA-ED2B-499E-97D8-33DBD8FE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557" y="4876659"/>
            <a:ext cx="3399678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PyPI / langchain-core @ 1.2.0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320">
            <a:extLst xmlns:a="http://schemas.openxmlformats.org/drawingml/2006/main">
              <a:ext uri="{FF2B5EF4-FFF2-40B4-BE49-F238E27FC236}">
                <a16:creationId xmlns:a16="http://schemas.microsoft.com/office/drawing/2014/main" id="{2AF2A2F0-FCEF-4700-935A-D05B287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01038"/>
            <a:ext cx="1121311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命中 1.x 分支 [1.0.0, 1.2.5) → 判定 AFFECTED（HIGH / P2），绑定证据推荐升级至 1.2.5；缺失版本或来源冲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321">
            <a:extLst xmlns:a="http://schemas.openxmlformats.org/drawingml/2006/main">
              <a:ext uri="{FF2B5EF4-FFF2-40B4-BE49-F238E27FC236}">
                <a16:creationId xmlns:a16="http://schemas.microsoft.com/office/drawing/2014/main" id="{9F5611B4-838A-4F16-B42C-EDF8569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464207"/>
            <a:ext cx="1668311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突时绝不盲猜。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322">
            <a:extLst xmlns:a="http://schemas.openxmlformats.org/drawingml/2006/main">
              <a:ext uri="{FF2B5EF4-FFF2-40B4-BE49-F238E27FC236}">
                <a16:creationId xmlns:a16="http://schemas.microsoft.com/office/drawing/2014/main" id="{BA44485C-5A57-496C-8814-D220E0C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96056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41">
            <a:extLst xmlns:a="http://schemas.openxmlformats.org/drawingml/2006/main">
              <a:ext uri="{FF2B5EF4-FFF2-40B4-BE49-F238E27FC236}">
                <a16:creationId xmlns:a16="http://schemas.microsoft.com/office/drawing/2014/main" id="{8DC7D062-D834-4C12-8276-B6D5B61E50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bb0cbdd9c4a64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323">
            <a:extLst xmlns:a="http://schemas.openxmlformats.org/drawingml/2006/main">
              <a:ext uri="{FF2B5EF4-FFF2-40B4-BE49-F238E27FC236}">
                <a16:creationId xmlns:a16="http://schemas.microsoft.com/office/drawing/2014/main" id="{5213D0D6-9313-425C-94A7-6D00291B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324">
            <a:extLst xmlns:a="http://schemas.openxmlformats.org/drawingml/2006/main">
              <a:ext uri="{FF2B5EF4-FFF2-40B4-BE49-F238E27FC236}">
                <a16:creationId xmlns:a16="http://schemas.microsoft.com/office/drawing/2014/main" id="{1D029F09-702C-41CB-9EA7-BC2809B6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25">
            <a:extLst xmlns:a="http://schemas.openxmlformats.org/drawingml/2006/main">
              <a:ext uri="{FF2B5EF4-FFF2-40B4-BE49-F238E27FC236}">
                <a16:creationId xmlns:a16="http://schemas.microsoft.com/office/drawing/2014/main" id="{49B3567D-A88A-4123-A257-8BB6E5E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31" y="2714898"/>
            <a:ext cx="2276752" cy="2057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46"/>
          </a:solidFill>
          <a:ln xmlns:a="http://schemas.openxmlformats.org/drawingml/2006/main" w="0">
            <a:noFill/>
          </a:ln>
        </p:spPr>
      </p:sp>
      <p:sp>
        <p:nvSpPr>
          <p:cNvPr id="5" name="editable-diagram-326">
            <a:extLst xmlns:a="http://schemas.openxmlformats.org/drawingml/2006/main">
              <a:ext uri="{FF2B5EF4-FFF2-40B4-BE49-F238E27FC236}">
                <a16:creationId xmlns:a16="http://schemas.microsoft.com/office/drawing/2014/main" id="{3B13DBC9-8683-44B2-A873-40C810D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31" y="2714898"/>
            <a:ext cx="2276752" cy="205750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81">
            <a:solidFill>
              <a:srgbClr val="53D9F2"/>
            </a:solidFill>
          </a:ln>
        </p:spPr>
      </p:sp>
      <p:sp>
        <p:nvSpPr>
          <p:cNvPr id="6" name="editable-diagram-327">
            <a:extLst xmlns:a="http://schemas.openxmlformats.org/drawingml/2006/main">
              <a:ext uri="{FF2B5EF4-FFF2-40B4-BE49-F238E27FC236}">
                <a16:creationId xmlns:a16="http://schemas.microsoft.com/office/drawing/2014/main" id="{D2A1D807-155C-4FDC-B63F-8ED722C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235" y="2409956"/>
            <a:ext cx="59978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7" name="editable-diagram-328">
            <a:extLst xmlns:a="http://schemas.openxmlformats.org/drawingml/2006/main">
              <a:ext uri="{FF2B5EF4-FFF2-40B4-BE49-F238E27FC236}">
                <a16:creationId xmlns:a16="http://schemas.microsoft.com/office/drawing/2014/main" id="{0F19EABC-2F35-4E09-933B-D549039B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235" y="3572102"/>
            <a:ext cx="59978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diagram-329">
            <a:extLst xmlns:a="http://schemas.openxmlformats.org/drawingml/2006/main">
              <a:ext uri="{FF2B5EF4-FFF2-40B4-BE49-F238E27FC236}">
                <a16:creationId xmlns:a16="http://schemas.microsoft.com/office/drawing/2014/main" id="{520A83D3-455B-4067-AEEC-42CCF4CB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235" y="4734234"/>
            <a:ext cx="59978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9" name="editable-diagram-330">
            <a:extLst xmlns:a="http://schemas.openxmlformats.org/drawingml/2006/main">
              <a:ext uri="{FF2B5EF4-FFF2-40B4-BE49-F238E27FC236}">
                <a16:creationId xmlns:a16="http://schemas.microsoft.com/office/drawing/2014/main" id="{CAD08F68-5D95-4930-B733-A7C5E96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53" y="2409956"/>
            <a:ext cx="73300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0" name="editable-diagram-331">
            <a:extLst xmlns:a="http://schemas.openxmlformats.org/drawingml/2006/main">
              <a:ext uri="{FF2B5EF4-FFF2-40B4-BE49-F238E27FC236}">
                <a16:creationId xmlns:a16="http://schemas.microsoft.com/office/drawing/2014/main" id="{F7A056EA-35F9-4B1A-8DD2-889B59B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53" y="3572102"/>
            <a:ext cx="73300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1" name="editable-diagram-332">
            <a:extLst xmlns:a="http://schemas.openxmlformats.org/drawingml/2006/main">
              <a:ext uri="{FF2B5EF4-FFF2-40B4-BE49-F238E27FC236}">
                <a16:creationId xmlns:a16="http://schemas.microsoft.com/office/drawing/2014/main" id="{706FE77A-F217-4F03-BAEE-3AED9A9E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53" y="4734234"/>
            <a:ext cx="73300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2" name="editable-diagram-333">
            <a:extLst xmlns:a="http://schemas.openxmlformats.org/drawingml/2006/main">
              <a:ext uri="{FF2B5EF4-FFF2-40B4-BE49-F238E27FC236}">
                <a16:creationId xmlns:a16="http://schemas.microsoft.com/office/drawing/2014/main" id="{D133E5E1-6184-4661-8BC9-152B6945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90" y="2409601"/>
            <a:ext cx="18721" cy="2333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3" name="editable-diagram-334">
            <a:extLst xmlns:a="http://schemas.openxmlformats.org/drawingml/2006/main">
              <a:ext uri="{FF2B5EF4-FFF2-40B4-BE49-F238E27FC236}">
                <a16:creationId xmlns:a16="http://schemas.microsoft.com/office/drawing/2014/main" id="{415AE448-C1AB-4FF4-AF46-053A8B2E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53" y="2409601"/>
            <a:ext cx="18721" cy="2333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4" name="editable-diagram-335">
            <a:extLst xmlns:a="http://schemas.openxmlformats.org/drawingml/2006/main">
              <a:ext uri="{FF2B5EF4-FFF2-40B4-BE49-F238E27FC236}">
                <a16:creationId xmlns:a16="http://schemas.microsoft.com/office/drawing/2014/main" id="{842817F0-1DD6-42F2-8AED-F3C1858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022" y="3734098"/>
            <a:ext cx="161654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5" name="editable-diagram-336">
            <a:extLst xmlns:a="http://schemas.openxmlformats.org/drawingml/2006/main">
              <a:ext uri="{FF2B5EF4-FFF2-40B4-BE49-F238E27FC236}">
                <a16:creationId xmlns:a16="http://schemas.microsoft.com/office/drawing/2014/main" id="{80C61EAD-7715-4B8E-AA42-5C5F38F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28" y="3734098"/>
            <a:ext cx="171001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6" name="editable-diagram-337">
            <a:extLst xmlns:a="http://schemas.openxmlformats.org/drawingml/2006/main">
              <a:ext uri="{FF2B5EF4-FFF2-40B4-BE49-F238E27FC236}">
                <a16:creationId xmlns:a16="http://schemas.microsoft.com/office/drawing/2014/main" id="{20814E30-C2EC-4A12-A590-74DC823C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67" y="5524467"/>
            <a:ext cx="47157" cy="456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A67"/>
          </a:solidFill>
          <a:ln xmlns:a="http://schemas.openxmlformats.org/drawingml/2006/main" w="0">
            <a:noFill/>
          </a:ln>
        </p:spPr>
      </p:sp>
      <p:sp>
        <p:nvSpPr>
          <p:cNvPr id="17" name="editable-text-338">
            <a:extLst xmlns:a="http://schemas.openxmlformats.org/drawingml/2006/main">
              <a:ext uri="{FF2B5EF4-FFF2-40B4-BE49-F238E27FC236}">
                <a16:creationId xmlns:a16="http://schemas.microsoft.com/office/drawing/2014/main" id="{42B6F327-64AD-4173-841D-84AAA2D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339">
            <a:extLst xmlns:a="http://schemas.openxmlformats.org/drawingml/2006/main">
              <a:ext uri="{FF2B5EF4-FFF2-40B4-BE49-F238E27FC236}">
                <a16:creationId xmlns:a16="http://schemas.microsoft.com/office/drawing/2014/main" id="{E7DBA942-B6DA-4BB7-97FE-E690381A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340">
            <a:extLst xmlns:a="http://schemas.openxmlformats.org/drawingml/2006/main">
              <a:ext uri="{FF2B5EF4-FFF2-40B4-BE49-F238E27FC236}">
                <a16:creationId xmlns:a16="http://schemas.microsoft.com/office/drawing/2014/main" id="{138B1852-B11A-46BC-93FC-7A4FFC5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8381664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核心机制四：Integration Gate 六维确定性门禁统一验收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341">
            <a:extLst xmlns:a="http://schemas.openxmlformats.org/drawingml/2006/main">
              <a:ext uri="{FF2B5EF4-FFF2-40B4-BE49-F238E27FC236}">
                <a16:creationId xmlns:a16="http://schemas.microsoft.com/office/drawing/2014/main" id="{0E2D4B6A-4AF8-43B7-B6A1-DA780628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715" y="3500259"/>
            <a:ext cx="1231941" cy="51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GATE</a:t>
            </a:r>
            <a:endParaRPr sz="31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342">
            <a:extLst xmlns:a="http://schemas.openxmlformats.org/drawingml/2006/main">
              <a:ext uri="{FF2B5EF4-FFF2-40B4-BE49-F238E27FC236}">
                <a16:creationId xmlns:a16="http://schemas.microsoft.com/office/drawing/2014/main" id="{7B5BB16F-C424-4E45-9C16-6202389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028908"/>
            <a:ext cx="1518129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Completion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343">
            <a:extLst xmlns:a="http://schemas.openxmlformats.org/drawingml/2006/main">
              <a:ext uri="{FF2B5EF4-FFF2-40B4-BE49-F238E27FC236}">
                <a16:creationId xmlns:a16="http://schemas.microsoft.com/office/drawing/2014/main" id="{1580796A-AFB9-4D84-83FA-225DEFF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2028908"/>
            <a:ext cx="1563513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Consistency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344">
            <a:extLst xmlns:a="http://schemas.openxmlformats.org/drawingml/2006/main">
              <a:ext uri="{FF2B5EF4-FFF2-40B4-BE49-F238E27FC236}">
                <a16:creationId xmlns:a16="http://schemas.microsoft.com/office/drawing/2014/main" id="{F5190250-D111-48D9-943E-1C8FBDEE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33255"/>
            <a:ext cx="3315833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必需任务与三角色产物齐全（阻断取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345">
            <a:extLst xmlns:a="http://schemas.openxmlformats.org/drawingml/2006/main">
              <a:ext uri="{FF2B5EF4-FFF2-40B4-BE49-F238E27FC236}">
                <a16:creationId xmlns:a16="http://schemas.microsoft.com/office/drawing/2014/main" id="{ECE43325-B1A1-4815-AE9A-EC5368E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2433255"/>
            <a:ext cx="296077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各角色状态与结论一致（阻断将 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346">
            <a:extLst xmlns:a="http://schemas.openxmlformats.org/drawingml/2006/main">
              <a:ext uri="{FF2B5EF4-FFF2-40B4-BE49-F238E27FC236}">
                <a16:creationId xmlns:a16="http://schemas.microsoft.com/office/drawing/2014/main" id="{18CC1D70-ECF6-43AB-9A11-24294A9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73386"/>
            <a:ext cx="2118063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消、失败、依赖阻塞）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347">
            <a:extLst xmlns:a="http://schemas.openxmlformats.org/drawingml/2006/main">
              <a:ext uri="{FF2B5EF4-FFF2-40B4-BE49-F238E27FC236}">
                <a16:creationId xmlns:a16="http://schemas.microsoft.com/office/drawing/2014/main" id="{1779EB26-FF00-4B0A-B23D-3A6EBEB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2673386"/>
            <a:ext cx="2485029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UNKNOWN 改写为安全）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348">
            <a:extLst xmlns:a="http://schemas.openxmlformats.org/drawingml/2006/main">
              <a:ext uri="{FF2B5EF4-FFF2-40B4-BE49-F238E27FC236}">
                <a16:creationId xmlns:a16="http://schemas.microsoft.com/office/drawing/2014/main" id="{F7E94169-3C15-454D-94A2-6AA7EFA1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191053"/>
            <a:ext cx="1205426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Integrity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349">
            <a:extLst xmlns:a="http://schemas.openxmlformats.org/drawingml/2006/main">
              <a:ext uri="{FF2B5EF4-FFF2-40B4-BE49-F238E27FC236}">
                <a16:creationId xmlns:a16="http://schemas.microsoft.com/office/drawing/2014/main" id="{492A83CF-E8E4-4259-BAC8-6FA3F33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3191053"/>
            <a:ext cx="1269345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Objective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350">
            <a:extLst xmlns:a="http://schemas.openxmlformats.org/drawingml/2006/main">
              <a:ext uri="{FF2B5EF4-FFF2-40B4-BE49-F238E27FC236}">
                <a16:creationId xmlns:a16="http://schemas.microsoft.com/office/drawing/2014/main" id="{13722CCD-9A38-461B-B6AA-757D4495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595400"/>
            <a:ext cx="351516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身份、来源与引用链闭合（阻断跨调查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351">
            <a:extLst xmlns:a="http://schemas.openxmlformats.org/drawingml/2006/main">
              <a:ext uri="{FF2B5EF4-FFF2-40B4-BE49-F238E27FC236}">
                <a16:creationId xmlns:a16="http://schemas.microsoft.com/office/drawing/2014/main" id="{136FC895-55E5-46B6-A85F-9C824E71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3595400"/>
            <a:ext cx="351503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回答原问题的必要部分（身份、资产、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352">
            <a:extLst xmlns:a="http://schemas.openxmlformats.org/drawingml/2006/main">
              <a:ext uri="{FF2B5EF4-FFF2-40B4-BE49-F238E27FC236}">
                <a16:creationId xmlns:a16="http://schemas.microsoft.com/office/drawing/2014/main" id="{88F74EE5-4EFD-4CAA-875D-528C9CE1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835163"/>
            <a:ext cx="111960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产物混用）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353">
            <a:extLst xmlns:a="http://schemas.openxmlformats.org/drawingml/2006/main">
              <a:ext uri="{FF2B5EF4-FFF2-40B4-BE49-F238E27FC236}">
                <a16:creationId xmlns:a16="http://schemas.microsoft.com/office/drawing/2014/main" id="{090AA6D2-AFC7-4612-AEF6-F8CE2B2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3835163"/>
            <a:ext cx="271640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版本、修复、风险、优先级）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354">
            <a:extLst xmlns:a="http://schemas.openxmlformats.org/drawingml/2006/main">
              <a:ext uri="{FF2B5EF4-FFF2-40B4-BE49-F238E27FC236}">
                <a16:creationId xmlns:a16="http://schemas.microsoft.com/office/drawing/2014/main" id="{D1A691FD-3644-46D5-8F9E-290AF3D9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53185"/>
            <a:ext cx="1191882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Evidence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ditable-text-355">
            <a:extLst xmlns:a="http://schemas.openxmlformats.org/drawingml/2006/main">
              <a:ext uri="{FF2B5EF4-FFF2-40B4-BE49-F238E27FC236}">
                <a16:creationId xmlns:a16="http://schemas.microsoft.com/office/drawing/2014/main" id="{0789D06C-D61C-4D8A-9131-112D6BC1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4353185"/>
            <a:ext cx="1324709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Freshness</a:t>
            </a:r>
            <a:endParaRPr sz="18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ditable-text-356">
            <a:extLst xmlns:a="http://schemas.openxmlformats.org/drawingml/2006/main">
              <a:ext uri="{FF2B5EF4-FFF2-40B4-BE49-F238E27FC236}">
                <a16:creationId xmlns:a16="http://schemas.microsoft.com/office/drawing/2014/main" id="{686C8ED9-BD5C-4B52-B4DF-3B47F1DA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757533"/>
            <a:ext cx="3159619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决策事实具备直接可信支持（识别 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ditable-text-357">
            <a:extLst xmlns:a="http://schemas.openxmlformats.org/drawingml/2006/main">
              <a:ext uri="{FF2B5EF4-FFF2-40B4-BE49-F238E27FC236}">
                <a16:creationId xmlns:a16="http://schemas.microsoft.com/office/drawing/2014/main" id="{4C196D26-34C7-431D-980D-CF5F10C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4757533"/>
            <a:ext cx="3515284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来源发布时间、核验快照与资产观察满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editable-text-358">
            <a:extLst xmlns:a="http://schemas.openxmlformats.org/drawingml/2006/main">
              <a:ext uri="{FF2B5EF4-FFF2-40B4-BE49-F238E27FC236}">
                <a16:creationId xmlns:a16="http://schemas.microsoft.com/office/drawing/2014/main" id="{31DD7155-82A9-43D6-A12B-DD9E80EA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997308"/>
            <a:ext cx="2900371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SHARED_SOURCE_LINEAGE）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editable-text-359">
            <a:extLst xmlns:a="http://schemas.openxmlformats.org/drawingml/2006/main">
              <a:ext uri="{FF2B5EF4-FFF2-40B4-BE49-F238E27FC236}">
                <a16:creationId xmlns:a16="http://schemas.microsoft.com/office/drawing/2014/main" id="{72BC6ADA-E481-4D22-BCD7-B13E75C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87" y="4997308"/>
            <a:ext cx="1119718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足时效要求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ditable-text-360">
            <a:extLst xmlns:a="http://schemas.openxmlformats.org/drawingml/2006/main">
              <a:ext uri="{FF2B5EF4-FFF2-40B4-BE49-F238E27FC236}">
                <a16:creationId xmlns:a16="http://schemas.microsoft.com/office/drawing/2014/main" id="{FD78DEE5-DE7D-4700-93F4-AA05B8B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7" y="5507449"/>
            <a:ext cx="1065961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状态优先级：FAILED ＞ HUMAN_REVIEW_REQUIRED ＞ REPLAN_REQUIRED ＞ PASS_WITH_WARNINGS ＞ 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ditable-text-361">
            <a:extLst xmlns:a="http://schemas.openxmlformats.org/drawingml/2006/main">
              <a:ext uri="{FF2B5EF4-FFF2-40B4-BE49-F238E27FC236}">
                <a16:creationId xmlns:a16="http://schemas.microsoft.com/office/drawing/2014/main" id="{284ECF56-9E21-4C34-B1A6-A9F2CBE0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7" y="5759099"/>
            <a:ext cx="5457418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PASS（规则由服务端固定注册，模型无权关闭或裁决）。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ditable-text-362">
            <a:extLst xmlns:a="http://schemas.openxmlformats.org/drawingml/2006/main">
              <a:ext uri="{FF2B5EF4-FFF2-40B4-BE49-F238E27FC236}">
                <a16:creationId xmlns:a16="http://schemas.microsoft.com/office/drawing/2014/main" id="{96AA360F-6495-426D-BA76-925DB96D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54895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26">
            <a:extLst xmlns:a="http://schemas.openxmlformats.org/drawingml/2006/main">
              <a:ext uri="{FF2B5EF4-FFF2-40B4-BE49-F238E27FC236}">
                <a16:creationId xmlns:a16="http://schemas.microsoft.com/office/drawing/2014/main" id="{4D0436A7-A5FC-4C7B-8DCE-1C0D06E79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c2535959e46f6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363">
            <a:extLst xmlns:a="http://schemas.openxmlformats.org/drawingml/2006/main">
              <a:ext uri="{FF2B5EF4-FFF2-40B4-BE49-F238E27FC236}">
                <a16:creationId xmlns:a16="http://schemas.microsoft.com/office/drawing/2014/main" id="{2B91D427-94F7-4D84-A450-3334081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364">
            <a:extLst xmlns:a="http://schemas.openxmlformats.org/drawingml/2006/main">
              <a:ext uri="{FF2B5EF4-FFF2-40B4-BE49-F238E27FC236}">
                <a16:creationId xmlns:a16="http://schemas.microsoft.com/office/drawing/2014/main" id="{5C073E37-1636-47E3-B92D-411E8341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65">
            <a:extLst xmlns:a="http://schemas.openxmlformats.org/drawingml/2006/main">
              <a:ext uri="{FF2B5EF4-FFF2-40B4-BE49-F238E27FC236}">
                <a16:creationId xmlns:a16="http://schemas.microsoft.com/office/drawing/2014/main" id="{900D3DE7-5C53-4931-81F8-5CCBF58C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266804"/>
            <a:ext cx="6762575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366">
            <a:extLst xmlns:a="http://schemas.openxmlformats.org/drawingml/2006/main">
              <a:ext uri="{FF2B5EF4-FFF2-40B4-BE49-F238E27FC236}">
                <a16:creationId xmlns:a16="http://schemas.microsoft.com/office/drawing/2014/main" id="{BA75C2C7-875D-4E63-8715-4C93412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200325"/>
            <a:ext cx="6762575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367">
            <a:extLst xmlns:a="http://schemas.openxmlformats.org/drawingml/2006/main">
              <a:ext uri="{FF2B5EF4-FFF2-40B4-BE49-F238E27FC236}">
                <a16:creationId xmlns:a16="http://schemas.microsoft.com/office/drawing/2014/main" id="{02722DF7-B1E8-4D91-90A8-4BB48239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133847"/>
            <a:ext cx="6762575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7" name="editable-diagram-368">
            <a:extLst xmlns:a="http://schemas.openxmlformats.org/drawingml/2006/main">
              <a:ext uri="{FF2B5EF4-FFF2-40B4-BE49-F238E27FC236}">
                <a16:creationId xmlns:a16="http://schemas.microsoft.com/office/drawing/2014/main" id="{6ECE6087-0A34-4C88-890E-68466BF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38" y="1971455"/>
            <a:ext cx="9005" cy="3152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text-369">
            <a:extLst xmlns:a="http://schemas.openxmlformats.org/drawingml/2006/main">
              <a:ext uri="{FF2B5EF4-FFF2-40B4-BE49-F238E27FC236}">
                <a16:creationId xmlns:a16="http://schemas.microsoft.com/office/drawing/2014/main" id="{3B710151-565F-4841-9517-B1B3A10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370">
            <a:extLst xmlns:a="http://schemas.openxmlformats.org/drawingml/2006/main">
              <a:ext uri="{FF2B5EF4-FFF2-40B4-BE49-F238E27FC236}">
                <a16:creationId xmlns:a16="http://schemas.microsoft.com/office/drawing/2014/main" id="{3D5BD27B-1A58-48C9-8932-79165D24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81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02  核心机制设计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371">
            <a:extLst xmlns:a="http://schemas.openxmlformats.org/drawingml/2006/main">
              <a:ext uri="{FF2B5EF4-FFF2-40B4-BE49-F238E27FC236}">
                <a16:creationId xmlns:a16="http://schemas.microsoft.com/office/drawing/2014/main" id="{F4919F17-1B20-47F1-AE71-89031E50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294444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核心机制五：AnswerEnvelope 结构化信封封存与五态交付契约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372">
            <a:extLst xmlns:a="http://schemas.openxmlformats.org/drawingml/2006/main">
              <a:ext uri="{FF2B5EF4-FFF2-40B4-BE49-F238E27FC236}">
                <a16:creationId xmlns:a16="http://schemas.microsoft.com/office/drawing/2014/main" id="{FECC2418-E7D6-4065-B7AF-3D1626E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68523"/>
            <a:ext cx="2736985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AnswerEnvelope 保存的内容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373">
            <a:extLst xmlns:a="http://schemas.openxmlformats.org/drawingml/2006/main">
              <a:ext uri="{FF2B5EF4-FFF2-40B4-BE49-F238E27FC236}">
                <a16:creationId xmlns:a16="http://schemas.microsoft.com/office/drawing/2014/main" id="{5B8E76E4-9C40-438B-9F03-1943FAC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010" y="1968523"/>
            <a:ext cx="2025597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C08 / C09 的实际状态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374">
            <a:extLst xmlns:a="http://schemas.openxmlformats.org/drawingml/2006/main">
              <a:ext uri="{FF2B5EF4-FFF2-40B4-BE49-F238E27FC236}">
                <a16:creationId xmlns:a16="http://schemas.microsoft.com/office/drawing/2014/main" id="{F8417F41-3975-4B15-8C4D-44F7681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591621"/>
            <a:ext cx="617802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87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375">
            <a:extLst xmlns:a="http://schemas.openxmlformats.org/drawingml/2006/main">
              <a:ext uri="{FF2B5EF4-FFF2-40B4-BE49-F238E27FC236}">
                <a16:creationId xmlns:a16="http://schemas.microsoft.com/office/drawing/2014/main" id="{09C54F4C-D238-497E-A9C8-51581668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2580822"/>
            <a:ext cx="350989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verified_claims（已核验事实）与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376">
            <a:extLst xmlns:a="http://schemas.openxmlformats.org/drawingml/2006/main">
              <a:ext uri="{FF2B5EF4-FFF2-40B4-BE49-F238E27FC236}">
                <a16:creationId xmlns:a16="http://schemas.microsoft.com/office/drawing/2014/main" id="{02BEF070-EE9D-4825-9C50-DC939A4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2844005"/>
            <a:ext cx="4035796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disputed_claims（争议声明）严格分列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377">
            <a:extLst xmlns:a="http://schemas.openxmlformats.org/drawingml/2006/main">
              <a:ext uri="{FF2B5EF4-FFF2-40B4-BE49-F238E27FC236}">
                <a16:creationId xmlns:a16="http://schemas.microsoft.com/office/drawing/2014/main" id="{0C2A405A-932D-4896-8839-A679A60A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525143"/>
            <a:ext cx="617802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证据</a:t>
            </a:r>
            <a:endParaRPr sz="187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378">
            <a:extLst xmlns:a="http://schemas.openxmlformats.org/drawingml/2006/main">
              <a:ext uri="{FF2B5EF4-FFF2-40B4-BE49-F238E27FC236}">
                <a16:creationId xmlns:a16="http://schemas.microsoft.com/office/drawing/2014/main" id="{313E797A-102B-4724-9E07-8E1AB0DC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3514356"/>
            <a:ext cx="4896241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citations 绑定具体 Evidence、RawDocument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379">
            <a:extLst xmlns:a="http://schemas.openxmlformats.org/drawingml/2006/main">
              <a:ext uri="{FF2B5EF4-FFF2-40B4-BE49-F238E27FC236}">
                <a16:creationId xmlns:a16="http://schemas.microsoft.com/office/drawing/2014/main" id="{380D3CD4-5857-4ED2-B87E-C46A699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3777526"/>
            <a:ext cx="293342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SHA-256 与原文 JSON 指针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380">
            <a:extLst xmlns:a="http://schemas.openxmlformats.org/drawingml/2006/main">
              <a:ext uri="{FF2B5EF4-FFF2-40B4-BE49-F238E27FC236}">
                <a16:creationId xmlns:a16="http://schemas.microsoft.com/office/drawing/2014/main" id="{3E7EE485-4F17-4A48-9370-DAA8123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458309"/>
            <a:ext cx="1093984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执行记录</a:t>
            </a:r>
            <a:endParaRPr sz="1870" b="0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381">
            <a:extLst xmlns:a="http://schemas.openxmlformats.org/drawingml/2006/main">
              <a:ext uri="{FF2B5EF4-FFF2-40B4-BE49-F238E27FC236}">
                <a16:creationId xmlns:a16="http://schemas.microsoft.com/office/drawing/2014/main" id="{311FA7F4-671D-429B-AAF3-F61176F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4447878"/>
            <a:ext cx="4619621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封存调查时刻 VersionObservation 与三角色 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382">
            <a:extLst xmlns:a="http://schemas.openxmlformats.org/drawingml/2006/main">
              <a:ext uri="{FF2B5EF4-FFF2-40B4-BE49-F238E27FC236}">
                <a16:creationId xmlns:a16="http://schemas.microsoft.com/office/drawing/2014/main" id="{150FDA8B-AD44-4A39-8DD4-D404A143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19" y="4711047"/>
            <a:ext cx="3348527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Artifact，同一答案重复读取一致</a:t>
            </a:r>
            <a:endParaRPr sz="173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383">
            <a:extLst xmlns:a="http://schemas.openxmlformats.org/drawingml/2006/main">
              <a:ext uri="{FF2B5EF4-FFF2-40B4-BE49-F238E27FC236}">
                <a16:creationId xmlns:a16="http://schemas.microsoft.com/office/drawing/2014/main" id="{0968A26A-9530-4414-8346-45816DE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010" y="2619751"/>
            <a:ext cx="561083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Gate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384">
            <a:extLst xmlns:a="http://schemas.openxmlformats.org/drawingml/2006/main">
              <a:ext uri="{FF2B5EF4-FFF2-40B4-BE49-F238E27FC236}">
                <a16:creationId xmlns:a16="http://schemas.microsoft.com/office/drawing/2014/main" id="{913AF7C9-0CFB-4B34-A448-8BD9D06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010" y="3046048"/>
            <a:ext cx="2185248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PASS_WITH_WARNINGS</a:t>
            </a:r>
            <a:endParaRPr sz="14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385">
            <a:extLst xmlns:a="http://schemas.openxmlformats.org/drawingml/2006/main">
              <a:ext uri="{FF2B5EF4-FFF2-40B4-BE49-F238E27FC236}">
                <a16:creationId xmlns:a16="http://schemas.microsoft.com/office/drawing/2014/main" id="{262B09DB-70D2-44F5-8CE5-A8C5714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010" y="3771799"/>
            <a:ext cx="819968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Answer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386">
            <a:extLst xmlns:a="http://schemas.openxmlformats.org/drawingml/2006/main">
              <a:ext uri="{FF2B5EF4-FFF2-40B4-BE49-F238E27FC236}">
                <a16:creationId xmlns:a16="http://schemas.microsoft.com/office/drawing/2014/main" id="{5ED20C98-BABB-482B-B540-D52A2E01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010" y="4220094"/>
            <a:ext cx="2414146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COMPLETE_WITH_WARNINGS</a:t>
            </a:r>
            <a:endParaRPr sz="128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387">
            <a:extLst xmlns:a="http://schemas.openxmlformats.org/drawingml/2006/main">
              <a:ext uri="{FF2B5EF4-FFF2-40B4-BE49-F238E27FC236}">
                <a16:creationId xmlns:a16="http://schemas.microsoft.com/office/drawing/2014/main" id="{8C0DCBFE-B921-44FE-A1F1-71E106A5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912234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FC31F67E-6A27-42A5-ACF5-FFED38A4E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547e18b294ef1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388">
            <a:extLst xmlns:a="http://schemas.openxmlformats.org/drawingml/2006/main">
              <a:ext uri="{FF2B5EF4-FFF2-40B4-BE49-F238E27FC236}">
                <a16:creationId xmlns:a16="http://schemas.microsoft.com/office/drawing/2014/main" id="{27F2F8A9-E1E4-413A-B1E8-13098D2E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389">
            <a:extLst xmlns:a="http://schemas.openxmlformats.org/drawingml/2006/main">
              <a:ext uri="{FF2B5EF4-FFF2-40B4-BE49-F238E27FC236}">
                <a16:creationId xmlns:a16="http://schemas.microsoft.com/office/drawing/2014/main" id="{0E4FACC1-FE19-4D51-BD0A-929AE036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390">
            <a:extLst xmlns:a="http://schemas.openxmlformats.org/drawingml/2006/main">
              <a:ext uri="{FF2B5EF4-FFF2-40B4-BE49-F238E27FC236}">
                <a16:creationId xmlns:a16="http://schemas.microsoft.com/office/drawing/2014/main" id="{D7241BCB-8141-4EA1-B1EC-9F9A2C6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77" y="3304957"/>
            <a:ext cx="8610541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text-391">
            <a:extLst xmlns:a="http://schemas.openxmlformats.org/drawingml/2006/main">
              <a:ext uri="{FF2B5EF4-FFF2-40B4-BE49-F238E27FC236}">
                <a16:creationId xmlns:a16="http://schemas.microsoft.com/office/drawing/2014/main" id="{64CA7EFC-6D7B-4AFA-9DEA-9A5D551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4032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392">
            <a:extLst xmlns:a="http://schemas.openxmlformats.org/drawingml/2006/main">
              <a:ext uri="{FF2B5EF4-FFF2-40B4-BE49-F238E27FC236}">
                <a16:creationId xmlns:a16="http://schemas.microsoft.com/office/drawing/2014/main" id="{607B53F3-ADAA-4A8D-B6B2-A810166A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59593"/>
            <a:ext cx="129529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393">
            <a:extLst xmlns:a="http://schemas.openxmlformats.org/drawingml/2006/main">
              <a:ext uri="{FF2B5EF4-FFF2-40B4-BE49-F238E27FC236}">
                <a16:creationId xmlns:a16="http://schemas.microsoft.com/office/drawing/2014/main" id="{A3C06713-D235-44A6-9D19-921A0D52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697815"/>
            <a:ext cx="1727891" cy="128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7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394">
            <a:extLst xmlns:a="http://schemas.openxmlformats.org/drawingml/2006/main">
              <a:ext uri="{FF2B5EF4-FFF2-40B4-BE49-F238E27FC236}">
                <a16:creationId xmlns:a16="http://schemas.microsoft.com/office/drawing/2014/main" id="{BF029146-3F63-4F7E-B01F-3BAF05C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28" y="1733520"/>
            <a:ext cx="3146430" cy="619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工程纵深实现</a:t>
            </a:r>
            <a:endParaRPr sz="37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395">
            <a:extLst xmlns:a="http://schemas.openxmlformats.org/drawingml/2006/main">
              <a:ext uri="{FF2B5EF4-FFF2-40B4-BE49-F238E27FC236}">
                <a16:creationId xmlns:a16="http://schemas.microsoft.com/office/drawing/2014/main" id="{C21CA8FA-E838-4423-A738-250A08C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2646709"/>
            <a:ext cx="8330086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DAG Runtime · 权限与进程隔离 · 六维富化 · Model Gateway · 幂等与安全工程</a:t>
            </a:r>
            <a:endParaRPr sz="18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396">
            <a:extLst xmlns:a="http://schemas.openxmlformats.org/drawingml/2006/main">
              <a:ext uri="{FF2B5EF4-FFF2-40B4-BE49-F238E27FC236}">
                <a16:creationId xmlns:a16="http://schemas.microsoft.com/office/drawing/2014/main" id="{6E9D27E0-61F8-4293-878A-1201DF2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3637116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受控执行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397">
            <a:extLst xmlns:a="http://schemas.openxmlformats.org/drawingml/2006/main">
              <a:ext uri="{FF2B5EF4-FFF2-40B4-BE49-F238E27FC236}">
                <a16:creationId xmlns:a16="http://schemas.microsoft.com/office/drawing/2014/main" id="{72C16065-32D1-4DB0-A62C-29EFAB7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645792"/>
            <a:ext cx="5144385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自研 DAG Runtime 验证依赖与环路，Tool Gateway 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398">
            <a:extLst xmlns:a="http://schemas.openxmlformats.org/drawingml/2006/main">
              <a:ext uri="{FF2B5EF4-FFF2-40B4-BE49-F238E27FC236}">
                <a16:creationId xmlns:a16="http://schemas.microsoft.com/office/drawing/2014/main" id="{7A59F7A6-9166-4468-8CDC-311A283C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921205"/>
            <a:ext cx="277762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严格三分读/写/外网权限。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399">
            <a:extLst xmlns:a="http://schemas.openxmlformats.org/drawingml/2006/main">
              <a:ext uri="{FF2B5EF4-FFF2-40B4-BE49-F238E27FC236}">
                <a16:creationId xmlns:a16="http://schemas.microsoft.com/office/drawing/2014/main" id="{1005333B-64EF-46DE-8DBC-5640D69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4390276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富化与模型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400">
            <a:extLst xmlns:a="http://schemas.openxmlformats.org/drawingml/2006/main">
              <a:ext uri="{FF2B5EF4-FFF2-40B4-BE49-F238E27FC236}">
                <a16:creationId xmlns:a16="http://schemas.microsoft.com/office/drawing/2014/main" id="{91E78405-D69B-4FA9-A41D-290D0364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397516"/>
            <a:ext cx="6854596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六类富化器按拓扑依赖执行并支持异常回滚；Model Gateway 显式隔离 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401">
            <a:extLst xmlns:a="http://schemas.openxmlformats.org/drawingml/2006/main">
              <a:ext uri="{FF2B5EF4-FFF2-40B4-BE49-F238E27FC236}">
                <a16:creationId xmlns:a16="http://schemas.microsoft.com/office/drawing/2014/main" id="{4C6609BC-DD05-42F5-A705-D2B3E7A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674364"/>
            <a:ext cx="2011701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Mock 与真实调用。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402">
            <a:extLst xmlns:a="http://schemas.openxmlformats.org/drawingml/2006/main">
              <a:ext uri="{FF2B5EF4-FFF2-40B4-BE49-F238E27FC236}">
                <a16:creationId xmlns:a16="http://schemas.microsoft.com/office/drawing/2014/main" id="{C45C527B-D520-4956-A4AD-B8E6E202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5143423"/>
            <a:ext cx="10895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调查 API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403">
            <a:extLst xmlns:a="http://schemas.openxmlformats.org/drawingml/2006/main">
              <a:ext uri="{FF2B5EF4-FFF2-40B4-BE49-F238E27FC236}">
                <a16:creationId xmlns:a16="http://schemas.microsoft.com/office/drawing/2014/main" id="{489C1633-DB48-4DD6-A133-BE468F6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150663"/>
            <a:ext cx="6635922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Idempotency-Key 幂等防重、拥有者绑定校验、Gitleaks 密钥扫描与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404">
            <a:extLst xmlns:a="http://schemas.openxmlformats.org/drawingml/2006/main">
              <a:ext uri="{FF2B5EF4-FFF2-40B4-BE49-F238E27FC236}">
                <a16:creationId xmlns:a16="http://schemas.microsoft.com/office/drawing/2014/main" id="{A2E28BF1-2450-4BF5-8AE6-E6382237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426076"/>
            <a:ext cx="1587436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双库隔离回归。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405">
            <a:extLst xmlns:a="http://schemas.openxmlformats.org/drawingml/2006/main">
              <a:ext uri="{FF2B5EF4-FFF2-40B4-BE49-F238E27FC236}">
                <a16:creationId xmlns:a16="http://schemas.microsoft.com/office/drawing/2014/main" id="{CC416E27-6243-4653-82AA-5E478D3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18559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34">
            <a:extLst xmlns:a="http://schemas.openxmlformats.org/drawingml/2006/main">
              <a:ext uri="{FF2B5EF4-FFF2-40B4-BE49-F238E27FC236}">
                <a16:creationId xmlns:a16="http://schemas.microsoft.com/office/drawing/2014/main" id="{26146BD3-9249-4E32-928F-5F652E316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be842b8a1401d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406">
            <a:extLst xmlns:a="http://schemas.openxmlformats.org/drawingml/2006/main">
              <a:ext uri="{FF2B5EF4-FFF2-40B4-BE49-F238E27FC236}">
                <a16:creationId xmlns:a16="http://schemas.microsoft.com/office/drawing/2014/main" id="{4107F673-E949-44B7-8786-960C4B3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407">
            <a:extLst xmlns:a="http://schemas.openxmlformats.org/drawingml/2006/main">
              <a:ext uri="{FF2B5EF4-FFF2-40B4-BE49-F238E27FC236}">
                <a16:creationId xmlns:a16="http://schemas.microsoft.com/office/drawing/2014/main" id="{D2FB62B8-6DE1-40DF-A470-FD22FE5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408">
            <a:extLst xmlns:a="http://schemas.openxmlformats.org/drawingml/2006/main">
              <a:ext uri="{FF2B5EF4-FFF2-40B4-BE49-F238E27FC236}">
                <a16:creationId xmlns:a16="http://schemas.microsoft.com/office/drawing/2014/main" id="{4CE19C4C-6DE8-4C00-A967-1EC81C5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321" y="2295473"/>
            <a:ext cx="1618999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5" name="editable-diagram-409">
            <a:extLst xmlns:a="http://schemas.openxmlformats.org/drawingml/2006/main">
              <a:ext uri="{FF2B5EF4-FFF2-40B4-BE49-F238E27FC236}">
                <a16:creationId xmlns:a16="http://schemas.microsoft.com/office/drawing/2014/main" id="{D7FA0B27-B0A2-4F77-BEEE-3E79DB20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032" y="2295117"/>
            <a:ext cx="18721" cy="456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6" name="editable-diagram-410">
            <a:extLst xmlns:a="http://schemas.openxmlformats.org/drawingml/2006/main">
              <a:ext uri="{FF2B5EF4-FFF2-40B4-BE49-F238E27FC236}">
                <a16:creationId xmlns:a16="http://schemas.microsoft.com/office/drawing/2014/main" id="{1397CA36-BED5-49D7-A39A-97570BD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013" y="2752695"/>
            <a:ext cx="1618999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diagram-411">
            <a:extLst xmlns:a="http://schemas.openxmlformats.org/drawingml/2006/main">
              <a:ext uri="{FF2B5EF4-FFF2-40B4-BE49-F238E27FC236}">
                <a16:creationId xmlns:a16="http://schemas.microsoft.com/office/drawing/2014/main" id="{76AFEFDE-2C8F-455F-B186-754CB96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736" y="2752340"/>
            <a:ext cx="18721" cy="456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8" name="editable-diagram-412">
            <a:extLst xmlns:a="http://schemas.openxmlformats.org/drawingml/2006/main">
              <a:ext uri="{FF2B5EF4-FFF2-40B4-BE49-F238E27FC236}">
                <a16:creationId xmlns:a16="http://schemas.microsoft.com/office/drawing/2014/main" id="{59CDE5C1-01BC-48CE-9ACA-5095697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17" y="3209918"/>
            <a:ext cx="1618999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9" name="editable-diagram-413">
            <a:extLst xmlns:a="http://schemas.openxmlformats.org/drawingml/2006/main">
              <a:ext uri="{FF2B5EF4-FFF2-40B4-BE49-F238E27FC236}">
                <a16:creationId xmlns:a16="http://schemas.microsoft.com/office/drawing/2014/main" id="{D5BE4A70-BA58-472E-99DE-86E4955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441" y="3209562"/>
            <a:ext cx="18721" cy="4568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10" name="editable-diagram-414">
            <a:extLst xmlns:a="http://schemas.openxmlformats.org/drawingml/2006/main">
              <a:ext uri="{FF2B5EF4-FFF2-40B4-BE49-F238E27FC236}">
                <a16:creationId xmlns:a16="http://schemas.microsoft.com/office/drawing/2014/main" id="{ECB1DB09-16D1-4B29-8F5D-E9F72E9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95856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11" name="editable-text-415">
            <a:extLst xmlns:a="http://schemas.openxmlformats.org/drawingml/2006/main">
              <a:ext uri="{FF2B5EF4-FFF2-40B4-BE49-F238E27FC236}">
                <a16:creationId xmlns:a16="http://schemas.microsoft.com/office/drawing/2014/main" id="{9C0DBCFA-90F7-4A00-9324-B2CF0816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416">
            <a:extLst xmlns:a="http://schemas.openxmlformats.org/drawingml/2006/main">
              <a:ext uri="{FF2B5EF4-FFF2-40B4-BE49-F238E27FC236}">
                <a16:creationId xmlns:a16="http://schemas.microsoft.com/office/drawing/2014/main" id="{E6207BE2-AB71-4C92-B19B-BBCDABBF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9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417">
            <a:extLst xmlns:a="http://schemas.openxmlformats.org/drawingml/2006/main">
              <a:ext uri="{FF2B5EF4-FFF2-40B4-BE49-F238E27FC236}">
                <a16:creationId xmlns:a16="http://schemas.microsoft.com/office/drawing/2014/main" id="{C388CFA1-AD76-448F-BE8F-0AAE240C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063306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自研 DAG Runtime 依赖调度与 Tool Gateway 权限三分隔离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418">
            <a:extLst xmlns:a="http://schemas.openxmlformats.org/drawingml/2006/main">
              <a:ext uri="{FF2B5EF4-FFF2-40B4-BE49-F238E27FC236}">
                <a16:creationId xmlns:a16="http://schemas.microsoft.com/office/drawing/2014/main" id="{657B5B85-74D0-46CB-8FD4-77CFAB1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48006"/>
            <a:ext cx="897226" cy="668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40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419">
            <a:extLst xmlns:a="http://schemas.openxmlformats.org/drawingml/2006/main">
              <a:ext uri="{FF2B5EF4-FFF2-40B4-BE49-F238E27FC236}">
                <a16:creationId xmlns:a16="http://schemas.microsoft.com/office/drawing/2014/main" id="{8F41340B-22DA-48E2-899A-F70EC0D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777025"/>
            <a:ext cx="855049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任务图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420">
            <a:extLst xmlns:a="http://schemas.openxmlformats.org/drawingml/2006/main">
              <a:ext uri="{FF2B5EF4-FFF2-40B4-BE49-F238E27FC236}">
                <a16:creationId xmlns:a16="http://schemas.microsoft.com/office/drawing/2014/main" id="{FA8A2ABA-DF4C-430B-A5C8-195E727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447421"/>
            <a:ext cx="2428395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规划产物 DAG 拓扑解析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421">
            <a:extLst xmlns:a="http://schemas.openxmlformats.org/drawingml/2006/main">
              <a:ext uri="{FF2B5EF4-FFF2-40B4-BE49-F238E27FC236}">
                <a16:creationId xmlns:a16="http://schemas.microsoft.com/office/drawing/2014/main" id="{2433EB8F-4BA7-41F7-B541-FA72988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90" y="2546497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422">
            <a:extLst xmlns:a="http://schemas.openxmlformats.org/drawingml/2006/main">
              <a:ext uri="{FF2B5EF4-FFF2-40B4-BE49-F238E27FC236}">
                <a16:creationId xmlns:a16="http://schemas.microsoft.com/office/drawing/2014/main" id="{736B5BAF-34F8-4137-9972-0219084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2405228"/>
            <a:ext cx="896197" cy="668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40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423">
            <a:extLst xmlns:a="http://schemas.openxmlformats.org/drawingml/2006/main">
              <a:ext uri="{FF2B5EF4-FFF2-40B4-BE49-F238E27FC236}">
                <a16:creationId xmlns:a16="http://schemas.microsoft.com/office/drawing/2014/main" id="{8A235542-1266-4066-9E25-FD2DBE7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3234248"/>
            <a:ext cx="1331232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调度前检查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424">
            <a:extLst xmlns:a="http://schemas.openxmlformats.org/drawingml/2006/main">
              <a:ext uri="{FF2B5EF4-FFF2-40B4-BE49-F238E27FC236}">
                <a16:creationId xmlns:a16="http://schemas.microsoft.com/office/drawing/2014/main" id="{3F47FB7C-F722-4026-9ECC-DC7B726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927" y="3904643"/>
            <a:ext cx="2423353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环路检测与配额上限保护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425">
            <a:extLst xmlns:a="http://schemas.openxmlformats.org/drawingml/2006/main">
              <a:ext uri="{FF2B5EF4-FFF2-40B4-BE49-F238E27FC236}">
                <a16:creationId xmlns:a16="http://schemas.microsoft.com/office/drawing/2014/main" id="{F8B2DEAB-71AA-4384-BB77-F4B3269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050" y="3003720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426">
            <a:extLst xmlns:a="http://schemas.openxmlformats.org/drawingml/2006/main">
              <a:ext uri="{FF2B5EF4-FFF2-40B4-BE49-F238E27FC236}">
                <a16:creationId xmlns:a16="http://schemas.microsoft.com/office/drawing/2014/main" id="{E5945864-6438-444A-92FA-6098C8C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2862451"/>
            <a:ext cx="896197" cy="668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40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427">
            <a:extLst xmlns:a="http://schemas.openxmlformats.org/drawingml/2006/main">
              <a:ext uri="{FF2B5EF4-FFF2-40B4-BE49-F238E27FC236}">
                <a16:creationId xmlns:a16="http://schemas.microsoft.com/office/drawing/2014/main" id="{78EF18F7-24F5-4FF0-BAB8-4A5CC3C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3691470"/>
            <a:ext cx="173127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Tool Gateway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428">
            <a:extLst xmlns:a="http://schemas.openxmlformats.org/drawingml/2006/main">
              <a:ext uri="{FF2B5EF4-FFF2-40B4-BE49-F238E27FC236}">
                <a16:creationId xmlns:a16="http://schemas.microsoft.com/office/drawing/2014/main" id="{DFA7F8B5-32F8-4FFD-914E-FE605CA3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4236218"/>
            <a:ext cx="2563962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读取 / 写入 / 外网权限三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429">
            <a:extLst xmlns:a="http://schemas.openxmlformats.org/drawingml/2006/main">
              <a:ext uri="{FF2B5EF4-FFF2-40B4-BE49-F238E27FC236}">
                <a16:creationId xmlns:a16="http://schemas.microsoft.com/office/drawing/2014/main" id="{8586F878-CD58-4D50-BF3A-70EC6838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87" y="4487513"/>
            <a:ext cx="752878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分把关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430">
            <a:extLst xmlns:a="http://schemas.openxmlformats.org/drawingml/2006/main">
              <a:ext uri="{FF2B5EF4-FFF2-40B4-BE49-F238E27FC236}">
                <a16:creationId xmlns:a16="http://schemas.microsoft.com/office/drawing/2014/main" id="{BAC21920-5CBA-4498-98E6-E7286B2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834" y="3460942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431">
            <a:extLst xmlns:a="http://schemas.openxmlformats.org/drawingml/2006/main">
              <a:ext uri="{FF2B5EF4-FFF2-40B4-BE49-F238E27FC236}">
                <a16:creationId xmlns:a16="http://schemas.microsoft.com/office/drawing/2014/main" id="{8A8DCE64-7BCE-4EC0-9483-F2192BF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3319673"/>
            <a:ext cx="896197" cy="668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40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432">
            <a:extLst xmlns:a="http://schemas.openxmlformats.org/drawingml/2006/main">
              <a:ext uri="{FF2B5EF4-FFF2-40B4-BE49-F238E27FC236}">
                <a16:creationId xmlns:a16="http://schemas.microsoft.com/office/drawing/2014/main" id="{C9071816-12C6-4591-83C9-790E1CD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4148693"/>
            <a:ext cx="855049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持久化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433">
            <a:extLst xmlns:a="http://schemas.openxmlformats.org/drawingml/2006/main">
              <a:ext uri="{FF2B5EF4-FFF2-40B4-BE49-F238E27FC236}">
                <a16:creationId xmlns:a16="http://schemas.microsoft.com/office/drawing/2014/main" id="{B88F780A-DFB7-4367-90FD-8EC77A5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4693441"/>
            <a:ext cx="2670967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TaskTrace 与 ToolReceipt 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434">
            <a:extLst xmlns:a="http://schemas.openxmlformats.org/drawingml/2006/main">
              <a:ext uri="{FF2B5EF4-FFF2-40B4-BE49-F238E27FC236}">
                <a16:creationId xmlns:a16="http://schemas.microsoft.com/office/drawing/2014/main" id="{915168B8-36B8-4BFB-931E-6AA7BA4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92" y="4944735"/>
            <a:ext cx="1169433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全量持久化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435">
            <a:extLst xmlns:a="http://schemas.openxmlformats.org/drawingml/2006/main">
              <a:ext uri="{FF2B5EF4-FFF2-40B4-BE49-F238E27FC236}">
                <a16:creationId xmlns:a16="http://schemas.microsoft.com/office/drawing/2014/main" id="{1DC35A23-4DDD-4A9E-BCE1-51A932B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454934"/>
            <a:ext cx="876064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任务终态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436">
            <a:extLst xmlns:a="http://schemas.openxmlformats.org/drawingml/2006/main">
              <a:ext uri="{FF2B5EF4-FFF2-40B4-BE49-F238E27FC236}">
                <a16:creationId xmlns:a16="http://schemas.microsoft.com/office/drawing/2014/main" id="{27EA326C-C8BC-469B-868D-6ACEE7E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108" y="5441168"/>
            <a:ext cx="534741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SUCCESS / FAILED / WAITING_REVIEW / BLOCKED</a:t>
            </a:r>
            <a:endParaRPr sz="173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437">
            <a:extLst xmlns:a="http://schemas.openxmlformats.org/drawingml/2006/main">
              <a:ext uri="{FF2B5EF4-FFF2-40B4-BE49-F238E27FC236}">
                <a16:creationId xmlns:a16="http://schemas.microsoft.com/office/drawing/2014/main" id="{0515EB38-DD60-441B-A407-23370AD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891661"/>
            <a:ext cx="8499662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子进程生命周期由执行层统一管控，单点异常不向主链扩散；上游必需节点失败时严格阻断下游，错误信息脱敏留痕。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ditable-text-438">
            <a:extLst xmlns:a="http://schemas.openxmlformats.org/drawingml/2006/main">
              <a:ext uri="{FF2B5EF4-FFF2-40B4-BE49-F238E27FC236}">
                <a16:creationId xmlns:a16="http://schemas.microsoft.com/office/drawing/2014/main" id="{1E23E2CA-5950-4845-9718-5A4A15A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150475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图片 25">
            <a:extLst xmlns:a="http://schemas.openxmlformats.org/drawingml/2006/main">
              <a:ext uri="{FF2B5EF4-FFF2-40B4-BE49-F238E27FC236}">
                <a16:creationId xmlns:a16="http://schemas.microsoft.com/office/drawing/2014/main" id="{16408C9A-DF40-49F5-B95D-A4359BD9CB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9c52568b74406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439">
            <a:extLst xmlns:a="http://schemas.openxmlformats.org/drawingml/2006/main">
              <a:ext uri="{FF2B5EF4-FFF2-40B4-BE49-F238E27FC236}">
                <a16:creationId xmlns:a16="http://schemas.microsoft.com/office/drawing/2014/main" id="{1CEE1E43-BEDA-4FF5-9FA4-B51C193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440">
            <a:extLst xmlns:a="http://schemas.openxmlformats.org/drawingml/2006/main">
              <a:ext uri="{FF2B5EF4-FFF2-40B4-BE49-F238E27FC236}">
                <a16:creationId xmlns:a16="http://schemas.microsoft.com/office/drawing/2014/main" id="{E789E646-41AE-4474-B86D-D9736460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24388"/>
            <a:ext cx="4067174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diagram-441">
            <a:extLst xmlns:a="http://schemas.openxmlformats.org/drawingml/2006/main">
              <a:ext uri="{FF2B5EF4-FFF2-40B4-BE49-F238E27FC236}">
                <a16:creationId xmlns:a16="http://schemas.microsoft.com/office/drawing/2014/main" id="{91F3C048-B443-4921-BD17-5412DD5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48359"/>
            <a:ext cx="4067174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5" name="editable-diagram-442">
            <a:extLst xmlns:a="http://schemas.openxmlformats.org/drawingml/2006/main">
              <a:ext uri="{FF2B5EF4-FFF2-40B4-BE49-F238E27FC236}">
                <a16:creationId xmlns:a16="http://schemas.microsoft.com/office/drawing/2014/main" id="{8F78D017-D916-43C6-A330-22AC721D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899" y="1990823"/>
            <a:ext cx="9525" cy="3219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6" name="editable-diagram-443">
            <a:extLst xmlns:a="http://schemas.openxmlformats.org/drawingml/2006/main">
              <a:ext uri="{FF2B5EF4-FFF2-40B4-BE49-F238E27FC236}">
                <a16:creationId xmlns:a16="http://schemas.microsoft.com/office/drawing/2014/main" id="{77941E10-B7D2-407D-B004-D26F9495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7" name="editable-text-444">
            <a:extLst xmlns:a="http://schemas.openxmlformats.org/drawingml/2006/main">
              <a:ext uri="{FF2B5EF4-FFF2-40B4-BE49-F238E27FC236}">
                <a16:creationId xmlns:a16="http://schemas.microsoft.com/office/drawing/2014/main" id="{3FD2C5A6-D1EF-4EF8-89E3-26C147E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445">
            <a:extLst xmlns:a="http://schemas.openxmlformats.org/drawingml/2006/main">
              <a:ext uri="{FF2B5EF4-FFF2-40B4-BE49-F238E27FC236}">
                <a16:creationId xmlns:a16="http://schemas.microsoft.com/office/drawing/2014/main" id="{0864C5CE-4C1D-4B64-B5A9-888C3AB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2747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446">
            <a:extLst xmlns:a="http://schemas.openxmlformats.org/drawingml/2006/main">
              <a:ext uri="{FF2B5EF4-FFF2-40B4-BE49-F238E27FC236}">
                <a16:creationId xmlns:a16="http://schemas.microsoft.com/office/drawing/2014/main" id="{02CA0B6E-2DEF-484B-88A5-43DF44E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78028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执行隔离：工具权限、进程生命周期与失败状态分别管理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447">
            <a:extLst xmlns:a="http://schemas.openxmlformats.org/drawingml/2006/main">
              <a:ext uri="{FF2B5EF4-FFF2-40B4-BE49-F238E27FC236}">
                <a16:creationId xmlns:a16="http://schemas.microsoft.com/office/drawing/2014/main" id="{8B670D4F-A32B-4C2D-BA64-3F49F1F4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9033"/>
            <a:ext cx="3027941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Tool Gateway 权限三分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448">
            <a:extLst xmlns:a="http://schemas.openxmlformats.org/drawingml/2006/main">
              <a:ext uri="{FF2B5EF4-FFF2-40B4-BE49-F238E27FC236}">
                <a16:creationId xmlns:a16="http://schemas.microsoft.com/office/drawing/2014/main" id="{AE3FF8B0-5248-4ADC-9633-26938A4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1979033"/>
            <a:ext cx="1697362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执行生命周期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449">
            <a:extLst xmlns:a="http://schemas.openxmlformats.org/drawingml/2006/main">
              <a:ext uri="{FF2B5EF4-FFF2-40B4-BE49-F238E27FC236}">
                <a16:creationId xmlns:a16="http://schemas.microsoft.com/office/drawing/2014/main" id="{7667D565-4EA9-4014-9B2E-E2BA31BF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6156"/>
            <a:ext cx="6438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读取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450">
            <a:extLst xmlns:a="http://schemas.openxmlformats.org/drawingml/2006/main">
              <a:ext uri="{FF2B5EF4-FFF2-40B4-BE49-F238E27FC236}">
                <a16:creationId xmlns:a16="http://schemas.microsoft.com/office/drawing/2014/main" id="{685661E3-AFD6-4459-A862-446AA1D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2611141"/>
            <a:ext cx="1051567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受控启动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451">
            <a:extLst xmlns:a="http://schemas.openxmlformats.org/drawingml/2006/main">
              <a:ext uri="{FF2B5EF4-FFF2-40B4-BE49-F238E27FC236}">
                <a16:creationId xmlns:a16="http://schemas.microsoft.com/office/drawing/2014/main" id="{F63E31AC-CAAD-47B5-B822-F3613BD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85991"/>
            <a:ext cx="4320545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按角色授权读取漏洞、声明、证据与资产观察。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452">
            <a:extLst xmlns:a="http://schemas.openxmlformats.org/drawingml/2006/main">
              <a:ext uri="{FF2B5EF4-FFF2-40B4-BE49-F238E27FC236}">
                <a16:creationId xmlns:a16="http://schemas.microsoft.com/office/drawing/2014/main" id="{9881D560-31A8-475A-8229-D4DC1AB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126"/>
            <a:ext cx="6438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写入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453">
            <a:extLst xmlns:a="http://schemas.openxmlformats.org/drawingml/2006/main">
              <a:ext uri="{FF2B5EF4-FFF2-40B4-BE49-F238E27FC236}">
                <a16:creationId xmlns:a16="http://schemas.microsoft.com/office/drawing/2014/main" id="{2581307D-8E70-489D-ADFF-CEB98F9F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3535111"/>
            <a:ext cx="1280167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取消与超时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454">
            <a:extLst xmlns:a="http://schemas.openxmlformats.org/drawingml/2006/main">
              <a:ext uri="{FF2B5EF4-FFF2-40B4-BE49-F238E27FC236}">
                <a16:creationId xmlns:a16="http://schemas.microsoft.com/office/drawing/2014/main" id="{5FA2EE90-A5EF-4B5D-8923-DA1423A4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09962"/>
            <a:ext cx="3720470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领域产物和状态写入受角色及契约限制。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455">
            <a:extLst xmlns:a="http://schemas.openxmlformats.org/drawingml/2006/main">
              <a:ext uri="{FF2B5EF4-FFF2-40B4-BE49-F238E27FC236}">
                <a16:creationId xmlns:a16="http://schemas.microsoft.com/office/drawing/2014/main" id="{6DD69DC5-BF6E-49BD-89C0-9900678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4096"/>
            <a:ext cx="11391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外部网络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456">
            <a:extLst xmlns:a="http://schemas.openxmlformats.org/drawingml/2006/main">
              <a:ext uri="{FF2B5EF4-FFF2-40B4-BE49-F238E27FC236}">
                <a16:creationId xmlns:a16="http://schemas.microsoft.com/office/drawing/2014/main" id="{64B076D2-8E2F-430B-BC3A-DBDCF36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4459082"/>
            <a:ext cx="1737366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失败与部分执行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457">
            <a:extLst xmlns:a="http://schemas.openxmlformats.org/drawingml/2006/main">
              <a:ext uri="{FF2B5EF4-FFF2-40B4-BE49-F238E27FC236}">
                <a16:creationId xmlns:a16="http://schemas.microsoft.com/office/drawing/2014/main" id="{A2929FA8-245E-46E1-BC1B-AAE47D21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433932"/>
            <a:ext cx="4320545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网络访问单独准入，失败与部分执行明确记录。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458">
            <a:extLst xmlns:a="http://schemas.openxmlformats.org/drawingml/2006/main">
              <a:ext uri="{FF2B5EF4-FFF2-40B4-BE49-F238E27FC236}">
                <a16:creationId xmlns:a16="http://schemas.microsoft.com/office/drawing/2014/main" id="{1B906FE0-A30A-49EF-89C2-79FFB69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2964977"/>
            <a:ext cx="31623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执行层统一管理子进程与调用边界。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459">
            <a:extLst xmlns:a="http://schemas.openxmlformats.org/drawingml/2006/main">
              <a:ext uri="{FF2B5EF4-FFF2-40B4-BE49-F238E27FC236}">
                <a16:creationId xmlns:a16="http://schemas.microsoft.com/office/drawing/2014/main" id="{B94D9062-F557-4F56-8819-D3641AD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3888947"/>
            <a:ext cx="27813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保存取消、超时及未完成状态。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460">
            <a:extLst xmlns:a="http://schemas.openxmlformats.org/drawingml/2006/main">
              <a:ext uri="{FF2B5EF4-FFF2-40B4-BE49-F238E27FC236}">
                <a16:creationId xmlns:a16="http://schemas.microsoft.com/office/drawing/2014/main" id="{FB10EE44-C9E6-4AED-A0E2-C4616D5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4" y="4812918"/>
            <a:ext cx="4013974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Artifact、ToolReceipt 和原始异常分开留痕。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461">
            <a:extLst xmlns:a="http://schemas.openxmlformats.org/drawingml/2006/main">
              <a:ext uri="{FF2B5EF4-FFF2-40B4-BE49-F238E27FC236}">
                <a16:creationId xmlns:a16="http://schemas.microsoft.com/office/drawing/2014/main" id="{5B37608C-F152-444D-B740-6BB9A05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9870"/>
            <a:ext cx="8121020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取消和超时为受控协作行为，不承诺任意子进程都能立即中止。异常信息经统一接口脱敏。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462">
            <a:extLst xmlns:a="http://schemas.openxmlformats.org/drawingml/2006/main">
              <a:ext uri="{FF2B5EF4-FFF2-40B4-BE49-F238E27FC236}">
                <a16:creationId xmlns:a16="http://schemas.microsoft.com/office/drawing/2014/main" id="{29B2DE26-B311-4E7A-90FA-B6C5F1D4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42577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6">
            <a:extLst xmlns:a="http://schemas.openxmlformats.org/drawingml/2006/main">
              <a:ext uri="{FF2B5EF4-FFF2-40B4-BE49-F238E27FC236}">
                <a16:creationId xmlns:a16="http://schemas.microsoft.com/office/drawing/2014/main" id="{398A2E89-B8D8-4B41-A183-4525944765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91a12ddf74610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A4A52AA-8BB4-4C6F-8CBE-7D04FA266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01447a81f4c46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95330"/>
            <a:ext cx="7620489" cy="4591301"/>
          </a:xfrm>
          <a:prstGeom xmlns:a="http://schemas.openxmlformats.org/drawingml/2006/main" prst="rect">
            <a:avLst/>
          </a:prstGeom>
        </p:spPr>
      </p:pic>
      <p:sp>
        <p:nvSpPr>
          <p:cNvPr id="3" name="editable-diagram-463">
            <a:extLst xmlns:a="http://schemas.openxmlformats.org/drawingml/2006/main">
              <a:ext uri="{FF2B5EF4-FFF2-40B4-BE49-F238E27FC236}">
                <a16:creationId xmlns:a16="http://schemas.microsoft.com/office/drawing/2014/main" id="{D256F9AE-EDBC-4C0D-AFEA-399B962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6" y="6286632"/>
            <a:ext cx="12191990" cy="57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" name="editable-diagram-464">
            <a:extLst xmlns:a="http://schemas.openxmlformats.org/drawingml/2006/main">
              <a:ext uri="{FF2B5EF4-FFF2-40B4-BE49-F238E27FC236}">
                <a16:creationId xmlns:a16="http://schemas.microsoft.com/office/drawing/2014/main" id="{50BF1A5B-5A26-4AB4-BC19-73C0FFA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465">
            <a:extLst xmlns:a="http://schemas.openxmlformats.org/drawingml/2006/main">
              <a:ext uri="{FF2B5EF4-FFF2-40B4-BE49-F238E27FC236}">
                <a16:creationId xmlns:a16="http://schemas.microsoft.com/office/drawing/2014/main" id="{50E9A51F-CEF0-4ED4-8136-72A55CC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466">
            <a:extLst xmlns:a="http://schemas.openxmlformats.org/drawingml/2006/main">
              <a:ext uri="{FF2B5EF4-FFF2-40B4-BE49-F238E27FC236}">
                <a16:creationId xmlns:a16="http://schemas.microsoft.com/office/drawing/2014/main" id="{0BE8C2C7-05D5-453D-8EEF-734B0387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288" y="2952870"/>
            <a:ext cx="53318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diagram-467">
            <a:extLst xmlns:a="http://schemas.openxmlformats.org/drawingml/2006/main">
              <a:ext uri="{FF2B5EF4-FFF2-40B4-BE49-F238E27FC236}">
                <a16:creationId xmlns:a16="http://schemas.microsoft.com/office/drawing/2014/main" id="{46E0D3CC-7419-481F-973D-A31396C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197" y="2238587"/>
            <a:ext cx="18721" cy="1466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8" name="editable-diagram-468">
            <a:extLst xmlns:a="http://schemas.openxmlformats.org/drawingml/2006/main">
              <a:ext uri="{FF2B5EF4-FFF2-40B4-BE49-F238E27FC236}">
                <a16:creationId xmlns:a16="http://schemas.microsoft.com/office/drawing/2014/main" id="{3F7F8E66-3231-46CA-BBDC-5DCB5D5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42" y="2238587"/>
            <a:ext cx="50438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9" name="editable-diagram-469">
            <a:extLst xmlns:a="http://schemas.openxmlformats.org/drawingml/2006/main">
              <a:ext uri="{FF2B5EF4-FFF2-40B4-BE49-F238E27FC236}">
                <a16:creationId xmlns:a16="http://schemas.microsoft.com/office/drawing/2014/main" id="{0B0B1A27-7173-48CC-8D1E-66C59D44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42" y="2971946"/>
            <a:ext cx="50438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0" name="editable-diagram-470">
            <a:extLst xmlns:a="http://schemas.openxmlformats.org/drawingml/2006/main">
              <a:ext uri="{FF2B5EF4-FFF2-40B4-BE49-F238E27FC236}">
                <a16:creationId xmlns:a16="http://schemas.microsoft.com/office/drawing/2014/main" id="{6DB072CD-460E-43A4-8697-CEDD525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42" y="3705306"/>
            <a:ext cx="504380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11" name="editable-text-471">
            <a:extLst xmlns:a="http://schemas.openxmlformats.org/drawingml/2006/main">
              <a:ext uri="{FF2B5EF4-FFF2-40B4-BE49-F238E27FC236}">
                <a16:creationId xmlns:a16="http://schemas.microsoft.com/office/drawing/2014/main" id="{F01AEC3A-B2E9-4929-8D4D-7F09604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472">
            <a:extLst xmlns:a="http://schemas.openxmlformats.org/drawingml/2006/main">
              <a:ext uri="{FF2B5EF4-FFF2-40B4-BE49-F238E27FC236}">
                <a16:creationId xmlns:a16="http://schemas.microsoft.com/office/drawing/2014/main" id="{38BF64D1-3FE5-48EC-96C0-53EAD12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9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473">
            <a:extLst xmlns:a="http://schemas.openxmlformats.org/drawingml/2006/main">
              <a:ext uri="{FF2B5EF4-FFF2-40B4-BE49-F238E27FC236}">
                <a16:creationId xmlns:a16="http://schemas.microsoft.com/office/drawing/2014/main" id="{14F92E44-87DB-4EED-B663-01939AE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8350470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六维情报富化流水线：拓扑依赖调度、冲突检测与事务回滚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474">
            <a:extLst xmlns:a="http://schemas.openxmlformats.org/drawingml/2006/main">
              <a:ext uri="{FF2B5EF4-FFF2-40B4-BE49-F238E27FC236}">
                <a16:creationId xmlns:a16="http://schemas.microsoft.com/office/drawing/2014/main" id="{549EC7A0-8575-4550-AF0F-C0F8E5E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20286"/>
            <a:ext cx="876064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任务依赖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475">
            <a:extLst xmlns:a="http://schemas.openxmlformats.org/drawingml/2006/main">
              <a:ext uri="{FF2B5EF4-FFF2-40B4-BE49-F238E27FC236}">
                <a16:creationId xmlns:a16="http://schemas.microsoft.com/office/drawing/2014/main" id="{C832970F-2CD5-4936-8508-A204D95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721306"/>
            <a:ext cx="1490318" cy="47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vendor</a:t>
            </a:r>
            <a:endParaRPr sz="28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476">
            <a:extLst xmlns:a="http://schemas.openxmlformats.org/drawingml/2006/main">
              <a:ext uri="{FF2B5EF4-FFF2-40B4-BE49-F238E27FC236}">
                <a16:creationId xmlns:a16="http://schemas.microsoft.com/office/drawing/2014/main" id="{206D92D3-4429-40C7-93F4-17A4419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471976"/>
            <a:ext cx="1715274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维护方说明与来源观察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477">
            <a:extLst xmlns:a="http://schemas.openxmlformats.org/drawingml/2006/main">
              <a:ext uri="{FF2B5EF4-FFF2-40B4-BE49-F238E27FC236}">
                <a16:creationId xmlns:a16="http://schemas.microsoft.com/office/drawing/2014/main" id="{EABD1E24-9B50-4FAA-9977-FF2022A9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90" y="2750977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478">
            <a:extLst xmlns:a="http://schemas.openxmlformats.org/drawingml/2006/main">
              <a:ext uri="{FF2B5EF4-FFF2-40B4-BE49-F238E27FC236}">
                <a16:creationId xmlns:a16="http://schemas.microsoft.com/office/drawing/2014/main" id="{3D091643-8208-4535-99A5-CB6541E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62" y="2037062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479">
            <a:extLst xmlns:a="http://schemas.openxmlformats.org/drawingml/2006/main">
              <a:ext uri="{FF2B5EF4-FFF2-40B4-BE49-F238E27FC236}">
                <a16:creationId xmlns:a16="http://schemas.microsoft.com/office/drawing/2014/main" id="{408BA4F9-5FFF-4EAE-A44E-120E6E3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391" y="2038827"/>
            <a:ext cx="721768" cy="39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poc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480">
            <a:extLst xmlns:a="http://schemas.openxmlformats.org/drawingml/2006/main">
              <a:ext uri="{FF2B5EF4-FFF2-40B4-BE49-F238E27FC236}">
                <a16:creationId xmlns:a16="http://schemas.microsoft.com/office/drawing/2014/main" id="{2E5D62C7-F239-45D0-9E6B-094B5993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62" y="2770066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481">
            <a:extLst xmlns:a="http://schemas.openxmlformats.org/drawingml/2006/main">
              <a:ext uri="{FF2B5EF4-FFF2-40B4-BE49-F238E27FC236}">
                <a16:creationId xmlns:a16="http://schemas.microsoft.com/office/drawing/2014/main" id="{B5ABBEA2-D930-41CA-BBDB-53A981E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391" y="2771831"/>
            <a:ext cx="1050786" cy="39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patch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482">
            <a:extLst xmlns:a="http://schemas.openxmlformats.org/drawingml/2006/main">
              <a:ext uri="{FF2B5EF4-FFF2-40B4-BE49-F238E27FC236}">
                <a16:creationId xmlns:a16="http://schemas.microsoft.com/office/drawing/2014/main" id="{4AAAECEF-389E-4DB2-AA36-AF8E231A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62" y="3504137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483">
            <a:extLst xmlns:a="http://schemas.openxmlformats.org/drawingml/2006/main">
              <a:ext uri="{FF2B5EF4-FFF2-40B4-BE49-F238E27FC236}">
                <a16:creationId xmlns:a16="http://schemas.microsoft.com/office/drawing/2014/main" id="{9D1861BF-81D6-494F-B1E5-1EA0F85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391" y="3505901"/>
            <a:ext cx="1307537" cy="39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version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484">
            <a:extLst xmlns:a="http://schemas.openxmlformats.org/drawingml/2006/main">
              <a:ext uri="{FF2B5EF4-FFF2-40B4-BE49-F238E27FC236}">
                <a16:creationId xmlns:a16="http://schemas.microsoft.com/office/drawing/2014/main" id="{F5489F6B-3113-4CE7-B75F-FC90DE7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950920"/>
            <a:ext cx="1576193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epss / kev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485">
            <a:extLst xmlns:a="http://schemas.openxmlformats.org/drawingml/2006/main">
              <a:ext uri="{FF2B5EF4-FFF2-40B4-BE49-F238E27FC236}">
                <a16:creationId xmlns:a16="http://schemas.microsoft.com/office/drawing/2014/main" id="{5385DA89-F782-440D-B918-4DE9EA44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011" y="3947195"/>
            <a:ext cx="405437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补充公开风险信号；poc、patch、version 三类候选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486">
            <a:extLst xmlns:a="http://schemas.openxmlformats.org/drawingml/2006/main">
              <a:ext uri="{FF2B5EF4-FFF2-40B4-BE49-F238E27FC236}">
                <a16:creationId xmlns:a16="http://schemas.microsoft.com/office/drawing/2014/main" id="{1A1F5187-2837-422B-A765-D38830D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011" y="4141248"/>
            <a:ext cx="155859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任务依赖 vendor。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487">
            <a:extLst xmlns:a="http://schemas.openxmlformats.org/drawingml/2006/main">
              <a:ext uri="{FF2B5EF4-FFF2-40B4-BE49-F238E27FC236}">
                <a16:creationId xmlns:a16="http://schemas.microsoft.com/office/drawing/2014/main" id="{176A3DE8-2FFD-4FED-AE2E-8A4379DC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83" y="4631263"/>
            <a:ext cx="1066497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执行与保存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488">
            <a:extLst xmlns:a="http://schemas.openxmlformats.org/drawingml/2006/main">
              <a:ext uri="{FF2B5EF4-FFF2-40B4-BE49-F238E27FC236}">
                <a16:creationId xmlns:a16="http://schemas.microsoft.com/office/drawing/2014/main" id="{FD1EC762-2F3C-4F95-AF61-9D65BDA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4625825"/>
            <a:ext cx="4875577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输出结构化领域对象、Claim/Evidence 候选 ID 与任务级耗时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editable-text-489">
            <a:extLst xmlns:a="http://schemas.openxmlformats.org/drawingml/2006/main">
              <a:ext uri="{FF2B5EF4-FFF2-40B4-BE49-F238E27FC236}">
                <a16:creationId xmlns:a16="http://schemas.microsoft.com/office/drawing/2014/main" id="{A25B5198-44B4-4137-A205-D916540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4894262"/>
            <a:ext cx="444481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回执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ditable-text-490">
            <a:extLst xmlns:a="http://schemas.openxmlformats.org/drawingml/2006/main">
              <a:ext uri="{FF2B5EF4-FFF2-40B4-BE49-F238E27FC236}">
                <a16:creationId xmlns:a16="http://schemas.microsoft.com/office/drawing/2014/main" id="{0441C825-4383-44EA-8CBF-A90F381F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58" y="5187522"/>
            <a:ext cx="1066510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冲突与核验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ditable-text-491">
            <a:extLst xmlns:a="http://schemas.openxmlformats.org/drawingml/2006/main">
              <a:ext uri="{FF2B5EF4-FFF2-40B4-BE49-F238E27FC236}">
                <a16:creationId xmlns:a16="http://schemas.microsoft.com/office/drawing/2014/main" id="{A8757133-4639-4BAA-AB7E-F1BB69A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5110799"/>
            <a:ext cx="4604241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区分 PoC 候选发现与利用实证、区分 FIXED_VERSION 与 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ditable-text-492">
            <a:extLst xmlns:a="http://schemas.openxmlformats.org/drawingml/2006/main">
              <a:ext uri="{FF2B5EF4-FFF2-40B4-BE49-F238E27FC236}">
                <a16:creationId xmlns:a16="http://schemas.microsoft.com/office/drawing/2014/main" id="{3FE43AC2-CB10-4582-AAA7-801D914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5352287"/>
            <a:ext cx="1379867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PATCH_APPLIED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ditable-text-493">
            <a:extLst xmlns:a="http://schemas.openxmlformats.org/drawingml/2006/main">
              <a:ext uri="{FF2B5EF4-FFF2-40B4-BE49-F238E27FC236}">
                <a16:creationId xmlns:a16="http://schemas.microsoft.com/office/drawing/2014/main" id="{0FC15E68-B0FD-438D-9391-4B43543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83" y="5672039"/>
            <a:ext cx="1066865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失败与回滚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ditable-text-494">
            <a:extLst xmlns:a="http://schemas.openxmlformats.org/drawingml/2006/main">
              <a:ext uri="{FF2B5EF4-FFF2-40B4-BE49-F238E27FC236}">
                <a16:creationId xmlns:a16="http://schemas.microsoft.com/office/drawing/2014/main" id="{E571C046-A481-4760-81D3-302C75F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5572456"/>
            <a:ext cx="3896923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领域事务异常时精准回滚脏产物，完整保留已采集 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ditable-text-495">
            <a:extLst xmlns:a="http://schemas.openxmlformats.org/drawingml/2006/main">
              <a:ext uri="{FF2B5EF4-FFF2-40B4-BE49-F238E27FC236}">
                <a16:creationId xmlns:a16="http://schemas.microsoft.com/office/drawing/2014/main" id="{E54F8BCA-8940-48D3-999D-3BC825DE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69" y="5851866"/>
            <a:ext cx="2602312" cy="222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RawDocument 与 FAILED 记录</a:t>
            </a:r>
            <a:endParaRPr sz="13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ditable-text-496">
            <a:extLst xmlns:a="http://schemas.openxmlformats.org/drawingml/2006/main">
              <a:ext uri="{FF2B5EF4-FFF2-40B4-BE49-F238E27FC236}">
                <a16:creationId xmlns:a16="http://schemas.microsoft.com/office/drawing/2014/main" id="{CABD34F3-4CDC-4F22-B5E0-E305A323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141983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28">
            <a:extLst xmlns:a="http://schemas.openxmlformats.org/drawingml/2006/main">
              <a:ext uri="{FF2B5EF4-FFF2-40B4-BE49-F238E27FC236}">
                <a16:creationId xmlns:a16="http://schemas.microsoft.com/office/drawing/2014/main" id="{E9B6D8A3-012A-4C26-88BC-29BA7F585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9f1e33f0c4b13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497">
            <a:extLst xmlns:a="http://schemas.openxmlformats.org/drawingml/2006/main">
              <a:ext uri="{FF2B5EF4-FFF2-40B4-BE49-F238E27FC236}">
                <a16:creationId xmlns:a16="http://schemas.microsoft.com/office/drawing/2014/main" id="{167CAE7B-CF06-4BC5-9AB8-40565292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6" y="6286632"/>
            <a:ext cx="12191990" cy="57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" name="editable-diagram-498">
            <a:extLst xmlns:a="http://schemas.openxmlformats.org/drawingml/2006/main">
              <a:ext uri="{FF2B5EF4-FFF2-40B4-BE49-F238E27FC236}">
                <a16:creationId xmlns:a16="http://schemas.microsoft.com/office/drawing/2014/main" id="{FAC92ADB-D082-4203-8245-AF27AB9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499">
            <a:extLst xmlns:a="http://schemas.openxmlformats.org/drawingml/2006/main">
              <a:ext uri="{FF2B5EF4-FFF2-40B4-BE49-F238E27FC236}">
                <a16:creationId xmlns:a16="http://schemas.microsoft.com/office/drawing/2014/main" id="{B834F0B1-70C4-45BA-9E88-A266B82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500">
            <a:extLst xmlns:a="http://schemas.openxmlformats.org/drawingml/2006/main">
              <a:ext uri="{FF2B5EF4-FFF2-40B4-BE49-F238E27FC236}">
                <a16:creationId xmlns:a16="http://schemas.microsoft.com/office/drawing/2014/main" id="{A009E267-BC8D-4616-B3BF-2F06E695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331" y="3501066"/>
            <a:ext cx="780873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diagram-501">
            <a:extLst xmlns:a="http://schemas.openxmlformats.org/drawingml/2006/main">
              <a:ext uri="{FF2B5EF4-FFF2-40B4-BE49-F238E27FC236}">
                <a16:creationId xmlns:a16="http://schemas.microsoft.com/office/drawing/2014/main" id="{2BABDB3E-2945-40AB-BAA7-4F5168A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394" y="2962586"/>
            <a:ext cx="799962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text-502">
            <a:extLst xmlns:a="http://schemas.openxmlformats.org/drawingml/2006/main">
              <a:ext uri="{FF2B5EF4-FFF2-40B4-BE49-F238E27FC236}">
                <a16:creationId xmlns:a16="http://schemas.microsoft.com/office/drawing/2014/main" id="{4C801755-2534-4B44-8768-7EC3C94B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503">
            <a:extLst xmlns:a="http://schemas.openxmlformats.org/drawingml/2006/main">
              <a:ext uri="{FF2B5EF4-FFF2-40B4-BE49-F238E27FC236}">
                <a16:creationId xmlns:a16="http://schemas.microsoft.com/office/drawing/2014/main" id="{3883B2E3-B5CE-42C1-8A0F-914512D3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9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504">
            <a:extLst xmlns:a="http://schemas.openxmlformats.org/drawingml/2006/main">
              <a:ext uri="{FF2B5EF4-FFF2-40B4-BE49-F238E27FC236}">
                <a16:creationId xmlns:a16="http://schemas.microsoft.com/office/drawing/2014/main" id="{399EA3F8-55F9-4B6C-89BD-75355D3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045309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Model Gateway 统一模型接入：供应商协议解耦与真实性隔离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05">
            <a:extLst xmlns:a="http://schemas.openxmlformats.org/drawingml/2006/main">
              <a:ext uri="{FF2B5EF4-FFF2-40B4-BE49-F238E27FC236}">
                <a16:creationId xmlns:a16="http://schemas.microsoft.com/office/drawing/2014/main" id="{1DC6F58A-5BC5-460D-8354-C4B82AD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244" y="2099497"/>
            <a:ext cx="3088975" cy="483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9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Model Gateway</a:t>
            </a:r>
            <a:endParaRPr sz="293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06">
            <a:extLst xmlns:a="http://schemas.openxmlformats.org/drawingml/2006/main">
              <a:ext uri="{FF2B5EF4-FFF2-40B4-BE49-F238E27FC236}">
                <a16:creationId xmlns:a16="http://schemas.microsoft.com/office/drawing/2014/main" id="{9E1A5E73-CA08-4642-80B0-58278BF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148897"/>
            <a:ext cx="685618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调用方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07">
            <a:extLst xmlns:a="http://schemas.openxmlformats.org/drawingml/2006/main">
              <a:ext uri="{FF2B5EF4-FFF2-40B4-BE49-F238E27FC236}">
                <a16:creationId xmlns:a16="http://schemas.microsoft.com/office/drawing/2014/main" id="{C2A3199F-0E0C-4018-B2DC-A58424E1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725142"/>
            <a:ext cx="1440557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受约束规划</a:t>
            </a:r>
            <a:endParaRPr sz="202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08">
            <a:extLst xmlns:a="http://schemas.openxmlformats.org/drawingml/2006/main">
              <a:ext uri="{FF2B5EF4-FFF2-40B4-BE49-F238E27FC236}">
                <a16:creationId xmlns:a16="http://schemas.microsoft.com/office/drawing/2014/main" id="{16B7DF74-34AC-4B5D-AA77-3B01EB6E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034047"/>
            <a:ext cx="1956259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已登记业务能力</a:t>
            </a:r>
            <a:endParaRPr sz="202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09">
            <a:extLst xmlns:a="http://schemas.openxmlformats.org/drawingml/2006/main">
              <a:ext uri="{FF2B5EF4-FFF2-40B4-BE49-F238E27FC236}">
                <a16:creationId xmlns:a16="http://schemas.microsoft.com/office/drawing/2014/main" id="{567656D0-87ED-40F8-AC4D-6CB5CAB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75" y="2761062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510">
            <a:extLst xmlns:a="http://schemas.openxmlformats.org/drawingml/2006/main">
              <a:ext uri="{FF2B5EF4-FFF2-40B4-BE49-F238E27FC236}">
                <a16:creationId xmlns:a16="http://schemas.microsoft.com/office/drawing/2014/main" id="{C72EDEF7-2987-419A-BB0E-6224F863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228" y="2761062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511">
            <a:extLst xmlns:a="http://schemas.openxmlformats.org/drawingml/2006/main">
              <a:ext uri="{FF2B5EF4-FFF2-40B4-BE49-F238E27FC236}">
                <a16:creationId xmlns:a16="http://schemas.microsoft.com/office/drawing/2014/main" id="{3FEBFB80-EDD0-4FCD-8529-88095A9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80" y="2506299"/>
            <a:ext cx="1317242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兼容 HTTP</a:t>
            </a:r>
            <a:endParaRPr sz="187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512">
            <a:extLst xmlns:a="http://schemas.openxmlformats.org/drawingml/2006/main">
              <a:ext uri="{FF2B5EF4-FFF2-40B4-BE49-F238E27FC236}">
                <a16:creationId xmlns:a16="http://schemas.microsoft.com/office/drawing/2014/main" id="{53809222-7BDA-4BC1-A001-720D4CB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80" y="2790704"/>
            <a:ext cx="2009417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本地 Embedding</a:t>
            </a:r>
            <a:endParaRPr sz="187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513">
            <a:extLst xmlns:a="http://schemas.openxmlformats.org/drawingml/2006/main">
              <a:ext uri="{FF2B5EF4-FFF2-40B4-BE49-F238E27FC236}">
                <a16:creationId xmlns:a16="http://schemas.microsoft.com/office/drawing/2014/main" id="{76B31835-FA1A-402D-BBE8-9A9735F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80" y="3076557"/>
            <a:ext cx="741837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Mock</a:t>
            </a:r>
            <a:endParaRPr sz="187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514">
            <a:extLst xmlns:a="http://schemas.openxmlformats.org/drawingml/2006/main">
              <a:ext uri="{FF2B5EF4-FFF2-40B4-BE49-F238E27FC236}">
                <a16:creationId xmlns:a16="http://schemas.microsoft.com/office/drawing/2014/main" id="{9054EEF6-E08D-409D-A414-ADC68E12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664209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请求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515">
            <a:extLst xmlns:a="http://schemas.openxmlformats.org/drawingml/2006/main">
              <a:ext uri="{FF2B5EF4-FFF2-40B4-BE49-F238E27FC236}">
                <a16:creationId xmlns:a16="http://schemas.microsoft.com/office/drawing/2014/main" id="{D2641C5A-C9BF-4A61-BE46-CF80B3DD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064849"/>
            <a:ext cx="1796933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允许的消息、参数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516">
            <a:extLst xmlns:a="http://schemas.openxmlformats.org/drawingml/2006/main">
              <a:ext uri="{FF2B5EF4-FFF2-40B4-BE49-F238E27FC236}">
                <a16:creationId xmlns:a16="http://schemas.microsoft.com/office/drawing/2014/main" id="{466F711C-884C-4554-9164-0BE9602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16143"/>
            <a:ext cx="162229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与正式 Schema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517">
            <a:extLst xmlns:a="http://schemas.openxmlformats.org/drawingml/2006/main">
              <a:ext uri="{FF2B5EF4-FFF2-40B4-BE49-F238E27FC236}">
                <a16:creationId xmlns:a16="http://schemas.microsoft.com/office/drawing/2014/main" id="{11F5C70D-2393-4B79-8446-B33DE6D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83564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响应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518">
            <a:extLst xmlns:a="http://schemas.openxmlformats.org/drawingml/2006/main">
              <a:ext uri="{FF2B5EF4-FFF2-40B4-BE49-F238E27FC236}">
                <a16:creationId xmlns:a16="http://schemas.microsoft.com/office/drawing/2014/main" id="{4FA93619-4A30-4F86-BEE0-B49C70C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637419"/>
            <a:ext cx="212958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解析 JSON，执行类型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519">
            <a:extLst xmlns:a="http://schemas.openxmlformats.org/drawingml/2006/main">
              <a:ext uri="{FF2B5EF4-FFF2-40B4-BE49-F238E27FC236}">
                <a16:creationId xmlns:a16="http://schemas.microsoft.com/office/drawing/2014/main" id="{E9CCE20C-7481-4C98-A46B-220EB594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877550"/>
            <a:ext cx="165075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与 Schema 检查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520">
            <a:extLst xmlns:a="http://schemas.openxmlformats.org/drawingml/2006/main">
              <a:ext uri="{FF2B5EF4-FFF2-40B4-BE49-F238E27FC236}">
                <a16:creationId xmlns:a16="http://schemas.microsoft.com/office/drawing/2014/main" id="{C4E0F653-1209-49BD-9CC2-AA4ABCD1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157" y="3626044"/>
            <a:ext cx="495159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记录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521">
            <a:extLst xmlns:a="http://schemas.openxmlformats.org/drawingml/2006/main">
              <a:ext uri="{FF2B5EF4-FFF2-40B4-BE49-F238E27FC236}">
                <a16:creationId xmlns:a16="http://schemas.microsoft.com/office/drawing/2014/main" id="{6322DABC-0431-482D-93AF-DB16284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157" y="4132548"/>
            <a:ext cx="215478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Provider、模型、耗时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522">
            <a:extLst xmlns:a="http://schemas.openxmlformats.org/drawingml/2006/main">
              <a:ext uri="{FF2B5EF4-FFF2-40B4-BE49-F238E27FC236}">
                <a16:creationId xmlns:a16="http://schemas.microsoft.com/office/drawing/2014/main" id="{BB00D962-321C-4D93-AFFA-78A1A12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157" y="4372678"/>
            <a:ext cx="249121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trace、usage、is_mock</a:t>
            </a:r>
            <a:endParaRPr sz="158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editable-text-523">
            <a:extLst xmlns:a="http://schemas.openxmlformats.org/drawingml/2006/main">
              <a:ext uri="{FF2B5EF4-FFF2-40B4-BE49-F238E27FC236}">
                <a16:creationId xmlns:a16="http://schemas.microsoft.com/office/drawing/2014/main" id="{354FFB30-8E54-4F90-A2A7-593274A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35439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图片 25">
            <a:extLst xmlns:a="http://schemas.openxmlformats.org/drawingml/2006/main">
              <a:ext uri="{FF2B5EF4-FFF2-40B4-BE49-F238E27FC236}">
                <a16:creationId xmlns:a16="http://schemas.microsoft.com/office/drawing/2014/main" id="{FC28AA8F-0502-4E4F-91F0-28B328A3D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e85b076284bef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524">
            <a:extLst xmlns:a="http://schemas.openxmlformats.org/drawingml/2006/main">
              <a:ext uri="{FF2B5EF4-FFF2-40B4-BE49-F238E27FC236}">
                <a16:creationId xmlns:a16="http://schemas.microsoft.com/office/drawing/2014/main" id="{E9A77799-311A-4BE4-BB7D-186B282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525">
            <a:extLst xmlns:a="http://schemas.openxmlformats.org/drawingml/2006/main">
              <a:ext uri="{FF2B5EF4-FFF2-40B4-BE49-F238E27FC236}">
                <a16:creationId xmlns:a16="http://schemas.microsoft.com/office/drawing/2014/main" id="{85F1DD04-021F-41F0-B868-A743D9F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526">
            <a:extLst xmlns:a="http://schemas.openxmlformats.org/drawingml/2006/main">
              <a:ext uri="{FF2B5EF4-FFF2-40B4-BE49-F238E27FC236}">
                <a16:creationId xmlns:a16="http://schemas.microsoft.com/office/drawing/2014/main" id="{59EEEAD2-2E53-4DF8-86FA-6112E653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760" y="2276397"/>
            <a:ext cx="18721" cy="2609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A70"/>
          </a:solidFill>
          <a:ln xmlns:a="http://schemas.openxmlformats.org/drawingml/2006/main" w="0">
            <a:noFill/>
          </a:ln>
        </p:spPr>
      </p:sp>
      <p:sp>
        <p:nvSpPr>
          <p:cNvPr id="5" name="editable-diagram-527">
            <a:extLst xmlns:a="http://schemas.openxmlformats.org/drawingml/2006/main">
              <a:ext uri="{FF2B5EF4-FFF2-40B4-BE49-F238E27FC236}">
                <a16:creationId xmlns:a16="http://schemas.microsoft.com/office/drawing/2014/main" id="{E4EC8C3F-39AE-4E43-B07F-FB5822EE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21" y="3238723"/>
            <a:ext cx="713915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6" name="editable-diagram-528">
            <a:extLst xmlns:a="http://schemas.openxmlformats.org/drawingml/2006/main">
              <a:ext uri="{FF2B5EF4-FFF2-40B4-BE49-F238E27FC236}">
                <a16:creationId xmlns:a16="http://schemas.microsoft.com/office/drawing/2014/main" id="{86D92B59-C864-4082-A07D-AF30EC1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760" y="2276752"/>
            <a:ext cx="60914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diagram-529">
            <a:extLst xmlns:a="http://schemas.openxmlformats.org/drawingml/2006/main">
              <a:ext uri="{FF2B5EF4-FFF2-40B4-BE49-F238E27FC236}">
                <a16:creationId xmlns:a16="http://schemas.microsoft.com/office/drawing/2014/main" id="{EA4CC104-40B9-444D-A716-3026487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760" y="3495771"/>
            <a:ext cx="60914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8" name="editable-diagram-530">
            <a:extLst xmlns:a="http://schemas.openxmlformats.org/drawingml/2006/main">
              <a:ext uri="{FF2B5EF4-FFF2-40B4-BE49-F238E27FC236}">
                <a16:creationId xmlns:a16="http://schemas.microsoft.com/office/drawing/2014/main" id="{0E3C4F08-9B19-43F3-A53B-29C3C7F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760" y="4715158"/>
            <a:ext cx="609147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9" name="editable-text-531">
            <a:extLst xmlns:a="http://schemas.openxmlformats.org/drawingml/2006/main">
              <a:ext uri="{FF2B5EF4-FFF2-40B4-BE49-F238E27FC236}">
                <a16:creationId xmlns:a16="http://schemas.microsoft.com/office/drawing/2014/main" id="{66E3BBE1-AA66-45F2-A15F-A49B562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32">
            <a:extLst xmlns:a="http://schemas.openxmlformats.org/drawingml/2006/main">
              <a:ext uri="{FF2B5EF4-FFF2-40B4-BE49-F238E27FC236}">
                <a16:creationId xmlns:a16="http://schemas.microsoft.com/office/drawing/2014/main" id="{6F5971F0-D481-4402-8F56-A4BDC30B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29529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33">
            <a:extLst xmlns:a="http://schemas.openxmlformats.org/drawingml/2006/main">
              <a:ext uri="{FF2B5EF4-FFF2-40B4-BE49-F238E27FC236}">
                <a16:creationId xmlns:a16="http://schemas.microsoft.com/office/drawing/2014/main" id="{17C5EC7A-0EC1-4C94-9DE3-BF16401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149214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幂等键控制、访问隔离与内建安全工程（密钥扫描 + 双库隔离）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34">
            <a:extLst xmlns:a="http://schemas.openxmlformats.org/drawingml/2006/main">
              <a:ext uri="{FF2B5EF4-FFF2-40B4-BE49-F238E27FC236}">
                <a16:creationId xmlns:a16="http://schemas.microsoft.com/office/drawing/2014/main" id="{F89E9DA8-7778-478E-A80A-219F6FC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305613"/>
            <a:ext cx="2927882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Idempotency-Key</a:t>
            </a:r>
            <a:endParaRPr sz="24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35">
            <a:extLst xmlns:a="http://schemas.openxmlformats.org/drawingml/2006/main">
              <a:ext uri="{FF2B5EF4-FFF2-40B4-BE49-F238E27FC236}">
                <a16:creationId xmlns:a16="http://schemas.microsoft.com/office/drawing/2014/main" id="{D8321345-57CB-4A79-963C-1256730F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045198"/>
            <a:ext cx="1698488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同一个请求键</a:t>
            </a:r>
            <a:endParaRPr sz="202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36">
            <a:extLst xmlns:a="http://schemas.openxmlformats.org/drawingml/2006/main">
              <a:ext uri="{FF2B5EF4-FFF2-40B4-BE49-F238E27FC236}">
                <a16:creationId xmlns:a16="http://schemas.microsoft.com/office/drawing/2014/main" id="{EA497523-898F-4ED9-B5DF-07410EC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85910"/>
            <a:ext cx="2037711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绑定拥有者与固定输入哈希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537">
            <a:extLst xmlns:a="http://schemas.openxmlformats.org/drawingml/2006/main">
              <a:ext uri="{FF2B5EF4-FFF2-40B4-BE49-F238E27FC236}">
                <a16:creationId xmlns:a16="http://schemas.microsoft.com/office/drawing/2014/main" id="{6E8E0D43-75A7-4589-B975-B80A158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35" y="2075228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538">
            <a:extLst xmlns:a="http://schemas.openxmlformats.org/drawingml/2006/main">
              <a:ext uri="{FF2B5EF4-FFF2-40B4-BE49-F238E27FC236}">
                <a16:creationId xmlns:a16="http://schemas.microsoft.com/office/drawing/2014/main" id="{F2A2E2FF-08F0-4B51-A93C-3084BC5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2056598"/>
            <a:ext cx="1141802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首次请求</a:t>
            </a:r>
            <a:endParaRPr sz="19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539">
            <a:extLst xmlns:a="http://schemas.openxmlformats.org/drawingml/2006/main">
              <a:ext uri="{FF2B5EF4-FFF2-40B4-BE49-F238E27FC236}">
                <a16:creationId xmlns:a16="http://schemas.microsoft.com/office/drawing/2014/main" id="{C9948419-8188-4E4C-BECE-D4424234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2631990"/>
            <a:ext cx="5540213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创建异步调查（HTTP 202），状态、轨迹与产物独立留痕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540">
            <a:extLst xmlns:a="http://schemas.openxmlformats.org/drawingml/2006/main">
              <a:ext uri="{FF2B5EF4-FFF2-40B4-BE49-F238E27FC236}">
                <a16:creationId xmlns:a16="http://schemas.microsoft.com/office/drawing/2014/main" id="{183215AF-30A0-4791-8158-E0ACC52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35" y="3294615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541">
            <a:extLst xmlns:a="http://schemas.openxmlformats.org/drawingml/2006/main">
              <a:ext uri="{FF2B5EF4-FFF2-40B4-BE49-F238E27FC236}">
                <a16:creationId xmlns:a16="http://schemas.microsoft.com/office/drawing/2014/main" id="{FC6660DA-B6BD-4CB3-AFD5-F15C1F3B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3275617"/>
            <a:ext cx="2134622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相同合法固定输入</a:t>
            </a:r>
            <a:endParaRPr sz="19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542">
            <a:extLst xmlns:a="http://schemas.openxmlformats.org/drawingml/2006/main">
              <a:ext uri="{FF2B5EF4-FFF2-40B4-BE49-F238E27FC236}">
                <a16:creationId xmlns:a16="http://schemas.microsoft.com/office/drawing/2014/main" id="{D14155EA-9684-43C2-B88B-7BE4A691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3852799"/>
            <a:ext cx="5345805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直接复用已封存历史结果，库存后续变化不改写历史答案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543">
            <a:extLst xmlns:a="http://schemas.openxmlformats.org/drawingml/2006/main">
              <a:ext uri="{FF2B5EF4-FFF2-40B4-BE49-F238E27FC236}">
                <a16:creationId xmlns:a16="http://schemas.microsoft.com/office/drawing/2014/main" id="{762B90F9-DF71-4445-B04D-993B87F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35" y="4513633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544">
            <a:extLst xmlns:a="http://schemas.openxmlformats.org/drawingml/2006/main">
              <a:ext uri="{FF2B5EF4-FFF2-40B4-BE49-F238E27FC236}">
                <a16:creationId xmlns:a16="http://schemas.microsoft.com/office/drawing/2014/main" id="{B9D215D4-F405-4B7B-9B45-0B75CE25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4495004"/>
            <a:ext cx="2134736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相同键、不同内容</a:t>
            </a:r>
            <a:endParaRPr sz="19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545">
            <a:extLst xmlns:a="http://schemas.openxmlformats.org/drawingml/2006/main">
              <a:ext uri="{FF2B5EF4-FFF2-40B4-BE49-F238E27FC236}">
                <a16:creationId xmlns:a16="http://schemas.microsoft.com/office/drawing/2014/main" id="{A833F09B-A776-436C-8706-3178AE51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40" y="5071818"/>
            <a:ext cx="5555175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立即返回冲突拒绝，防止复用旧键篡改或污染已有调查状态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546">
            <a:extLst xmlns:a="http://schemas.openxmlformats.org/drawingml/2006/main">
              <a:ext uri="{FF2B5EF4-FFF2-40B4-BE49-F238E27FC236}">
                <a16:creationId xmlns:a16="http://schemas.microsoft.com/office/drawing/2014/main" id="{2842FA84-F440-437B-B283-917C71B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681689"/>
            <a:ext cx="1131493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安全工程内建：Gitleaks v8.30.1 全历史密钥扫描 0 未处理告警；两个独立空 PostgreSQL loopback 测试库严格隔离。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547">
            <a:extLst xmlns:a="http://schemas.openxmlformats.org/drawingml/2006/main">
              <a:ext uri="{FF2B5EF4-FFF2-40B4-BE49-F238E27FC236}">
                <a16:creationId xmlns:a16="http://schemas.microsoft.com/office/drawing/2014/main" id="{C4602AB1-E7FB-49F6-A498-2101C1CF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426896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26">
            <a:extLst xmlns:a="http://schemas.openxmlformats.org/drawingml/2006/main">
              <a:ext uri="{FF2B5EF4-FFF2-40B4-BE49-F238E27FC236}">
                <a16:creationId xmlns:a16="http://schemas.microsoft.com/office/drawing/2014/main" id="{91972C26-938C-4497-BF7A-E3C83FFD3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041d00eb34218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548">
            <a:extLst xmlns:a="http://schemas.openxmlformats.org/drawingml/2006/main">
              <a:ext uri="{FF2B5EF4-FFF2-40B4-BE49-F238E27FC236}">
                <a16:creationId xmlns:a16="http://schemas.microsoft.com/office/drawing/2014/main" id="{362BE1ED-FFA2-4C7A-B570-4CCD166B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549">
            <a:extLst xmlns:a="http://schemas.openxmlformats.org/drawingml/2006/main">
              <a:ext uri="{FF2B5EF4-FFF2-40B4-BE49-F238E27FC236}">
                <a16:creationId xmlns:a16="http://schemas.microsoft.com/office/drawing/2014/main" id="{5671D52D-519C-4028-98A9-07D65A3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2085"/>
            <a:ext cx="5238749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diagram-550">
            <a:extLst xmlns:a="http://schemas.openxmlformats.org/drawingml/2006/main">
              <a:ext uri="{FF2B5EF4-FFF2-40B4-BE49-F238E27FC236}">
                <a16:creationId xmlns:a16="http://schemas.microsoft.com/office/drawing/2014/main" id="{70200C64-C988-40A8-A7ED-BD456D75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3772085"/>
            <a:ext cx="5238749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5" name="editable-diagram-551">
            <a:extLst xmlns:a="http://schemas.openxmlformats.org/drawingml/2006/main">
              <a:ext uri="{FF2B5EF4-FFF2-40B4-BE49-F238E27FC236}">
                <a16:creationId xmlns:a16="http://schemas.microsoft.com/office/drawing/2014/main" id="{D64A384F-AD7C-4002-B6CF-DDB7B51E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6" name="editable-text-552">
            <a:extLst xmlns:a="http://schemas.openxmlformats.org/drawingml/2006/main">
              <a:ext uri="{FF2B5EF4-FFF2-40B4-BE49-F238E27FC236}">
                <a16:creationId xmlns:a16="http://schemas.microsoft.com/office/drawing/2014/main" id="{9BCDB0D8-70DB-4F62-81D8-4C54D20C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553">
            <a:extLst xmlns:a="http://schemas.openxmlformats.org/drawingml/2006/main">
              <a:ext uri="{FF2B5EF4-FFF2-40B4-BE49-F238E27FC236}">
                <a16:creationId xmlns:a16="http://schemas.microsoft.com/office/drawing/2014/main" id="{1A753CF5-989E-41C8-BB59-C3A5C2F0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2747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03  工程纵深实现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554">
            <a:extLst xmlns:a="http://schemas.openxmlformats.org/drawingml/2006/main">
              <a:ext uri="{FF2B5EF4-FFF2-40B4-BE49-F238E27FC236}">
                <a16:creationId xmlns:a16="http://schemas.microsoft.com/office/drawing/2014/main" id="{35BD855B-EA7B-4D54-8A0F-C7D5DC57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59740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安全工程：密钥治理、双库隔离与仓库卫生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555">
            <a:extLst xmlns:a="http://schemas.openxmlformats.org/drawingml/2006/main">
              <a:ext uri="{FF2B5EF4-FFF2-40B4-BE49-F238E27FC236}">
                <a16:creationId xmlns:a16="http://schemas.microsoft.com/office/drawing/2014/main" id="{A2F404B2-2292-486B-90CA-14E81DB7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183"/>
            <a:ext cx="1314458" cy="3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密钥治理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56">
            <a:extLst xmlns:a="http://schemas.openxmlformats.org/drawingml/2006/main">
              <a:ext uri="{FF2B5EF4-FFF2-40B4-BE49-F238E27FC236}">
                <a16:creationId xmlns:a16="http://schemas.microsoft.com/office/drawing/2014/main" id="{9B489B42-A3D1-4B74-B826-EC72B11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2004183"/>
            <a:ext cx="1314458" cy="3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双库隔离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57">
            <a:extLst xmlns:a="http://schemas.openxmlformats.org/drawingml/2006/main">
              <a:ext uri="{FF2B5EF4-FFF2-40B4-BE49-F238E27FC236}">
                <a16:creationId xmlns:a16="http://schemas.microsoft.com/office/drawing/2014/main" id="{1D7263B6-88B9-4F26-A04E-095952E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4667"/>
            <a:ext cx="1383036" cy="2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阶段扫描记录</a:t>
            </a:r>
            <a:endParaRPr sz="16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58">
            <a:extLst xmlns:a="http://schemas.openxmlformats.org/drawingml/2006/main">
              <a:ext uri="{FF2B5EF4-FFF2-40B4-BE49-F238E27FC236}">
                <a16:creationId xmlns:a16="http://schemas.microsoft.com/office/drawing/2014/main" id="{577FE5C7-820B-4E9D-82BE-D75BD68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2454667"/>
            <a:ext cx="1383036" cy="2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回归入口约束</a:t>
            </a:r>
            <a:endParaRPr sz="16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59">
            <a:extLst xmlns:a="http://schemas.openxmlformats.org/drawingml/2006/main">
              <a:ext uri="{FF2B5EF4-FFF2-40B4-BE49-F238E27FC236}">
                <a16:creationId xmlns:a16="http://schemas.microsoft.com/office/drawing/2014/main" id="{36694AC7-1D1D-439A-BF21-127B0EA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2704"/>
            <a:ext cx="5259432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Gitleaks v8.30.1 扫描 Git 历史，候选告警经确认后按精确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60">
            <a:extLst xmlns:a="http://schemas.openxmlformats.org/drawingml/2006/main">
              <a:ext uri="{FF2B5EF4-FFF2-40B4-BE49-F238E27FC236}">
                <a16:creationId xmlns:a16="http://schemas.microsoft.com/office/drawing/2014/main" id="{3ABFA8F5-FE0B-40F3-9CA4-1E33BFD4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2852704"/>
            <a:ext cx="5555563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两个独立空 PostgreSQL 测试库限制为 loopback 与专用库；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561">
            <a:extLst xmlns:a="http://schemas.openxmlformats.org/drawingml/2006/main">
              <a:ext uri="{FF2B5EF4-FFF2-40B4-BE49-F238E27FC236}">
                <a16:creationId xmlns:a16="http://schemas.microsoft.com/office/drawing/2014/main" id="{5B06A757-5576-4FAA-BB8F-9B47F8E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2751"/>
            <a:ext cx="3756119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指纹处理，复扫记录为 0 个未处理告警。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562">
            <a:extLst xmlns:a="http://schemas.openxmlformats.org/drawingml/2006/main">
              <a:ext uri="{FF2B5EF4-FFF2-40B4-BE49-F238E27FC236}">
                <a16:creationId xmlns:a16="http://schemas.microsoft.com/office/drawing/2014/main" id="{82117B13-13FA-49D2-9065-2E7DED2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3122751"/>
            <a:ext cx="3720470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真实库、外网库及不合规环境拒绝执行。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563">
            <a:extLst xmlns:a="http://schemas.openxmlformats.org/drawingml/2006/main">
              <a:ext uri="{FF2B5EF4-FFF2-40B4-BE49-F238E27FC236}">
                <a16:creationId xmlns:a16="http://schemas.microsoft.com/office/drawing/2014/main" id="{8763D77F-5D3C-49DA-89EA-24B1C6D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4531"/>
            <a:ext cx="1314458" cy="3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仓库卫生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564">
            <a:extLst xmlns:a="http://schemas.openxmlformats.org/drawingml/2006/main">
              <a:ext uri="{FF2B5EF4-FFF2-40B4-BE49-F238E27FC236}">
                <a16:creationId xmlns:a16="http://schemas.microsoft.com/office/drawing/2014/main" id="{A08E8104-2B85-470A-914E-9ED3F44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4004531"/>
            <a:ext cx="1314458" cy="3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失败审计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565">
            <a:extLst xmlns:a="http://schemas.openxmlformats.org/drawingml/2006/main">
              <a:ext uri="{FF2B5EF4-FFF2-40B4-BE49-F238E27FC236}">
                <a16:creationId xmlns:a16="http://schemas.microsoft.com/office/drawing/2014/main" id="{B752C96F-EAF0-4B77-BC40-23165F07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5016"/>
            <a:ext cx="2430786" cy="2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避免凭据与运行产物入库</a:t>
            </a:r>
            <a:endParaRPr sz="16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566">
            <a:extLst xmlns:a="http://schemas.openxmlformats.org/drawingml/2006/main">
              <a:ext uri="{FF2B5EF4-FFF2-40B4-BE49-F238E27FC236}">
                <a16:creationId xmlns:a16="http://schemas.microsoft.com/office/drawing/2014/main" id="{6987ABEB-094A-411E-86E4-F0604FF9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4455016"/>
            <a:ext cx="2221236" cy="272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成功与异常均保留记录</a:t>
            </a:r>
            <a:endParaRPr sz="16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567">
            <a:extLst xmlns:a="http://schemas.openxmlformats.org/drawingml/2006/main">
              <a:ext uri="{FF2B5EF4-FFF2-40B4-BE49-F238E27FC236}">
                <a16:creationId xmlns:a16="http://schemas.microsoft.com/office/drawing/2014/main" id="{713ADF00-904E-49A6-B256-7F8B3304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3053"/>
            <a:ext cx="5216262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CI 检查 Git 跟踪文件，拒绝 .env、私钥、数据库、日志、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568">
            <a:extLst xmlns:a="http://schemas.openxmlformats.org/drawingml/2006/main">
              <a:ext uri="{FF2B5EF4-FFF2-40B4-BE49-F238E27FC236}">
                <a16:creationId xmlns:a16="http://schemas.microsoft.com/office/drawing/2014/main" id="{4E478CB1-DD0A-4C62-8AF1-1247E07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4853053"/>
            <a:ext cx="5201808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FAILED、PARTIAL、取消和超时分别留痕；原始扫描与运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569">
            <a:extLst xmlns:a="http://schemas.openxmlformats.org/drawingml/2006/main">
              <a:ext uri="{FF2B5EF4-FFF2-40B4-BE49-F238E27FC236}">
                <a16:creationId xmlns:a16="http://schemas.microsoft.com/office/drawing/2014/main" id="{222BD923-DC4A-480D-B214-CD19871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3100"/>
            <a:ext cx="3845291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虚拟环境与 node_modules 等运行产物。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570">
            <a:extLst xmlns:a="http://schemas.openxmlformats.org/drawingml/2006/main">
              <a:ext uri="{FF2B5EF4-FFF2-40B4-BE49-F238E27FC236}">
                <a16:creationId xmlns:a16="http://schemas.microsoft.com/office/drawing/2014/main" id="{9815FCD4-6B5D-4948-9381-2CB689C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9" y="5123100"/>
            <a:ext cx="2520321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行日志留在受控本地目录。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571">
            <a:extLst xmlns:a="http://schemas.openxmlformats.org/drawingml/2006/main">
              <a:ext uri="{FF2B5EF4-FFF2-40B4-BE49-F238E27FC236}">
                <a16:creationId xmlns:a16="http://schemas.microsoft.com/office/drawing/2014/main" id="{6B77B9B7-C47F-482D-9C88-57EC97B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6554"/>
            <a:ext cx="6412234" cy="21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安全机制与阶段记录用于说明工程实现；不能替代连续运行可靠性及真实业务质量验收。</a:t>
            </a:r>
            <a:endParaRPr sz="12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572">
            <a:extLst xmlns:a="http://schemas.openxmlformats.org/drawingml/2006/main">
              <a:ext uri="{FF2B5EF4-FFF2-40B4-BE49-F238E27FC236}">
                <a16:creationId xmlns:a16="http://schemas.microsoft.com/office/drawing/2014/main" id="{5601F69A-4AB4-459F-8C09-E0C8849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51601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6DA19A16-F479-4481-BA51-5DCF19256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f69da47d4231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573">
            <a:extLst xmlns:a="http://schemas.openxmlformats.org/drawingml/2006/main">
              <a:ext uri="{FF2B5EF4-FFF2-40B4-BE49-F238E27FC236}">
                <a16:creationId xmlns:a16="http://schemas.microsoft.com/office/drawing/2014/main" id="{DA9DA647-AF09-4052-AAC0-03A6518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574">
            <a:extLst xmlns:a="http://schemas.openxmlformats.org/drawingml/2006/main">
              <a:ext uri="{FF2B5EF4-FFF2-40B4-BE49-F238E27FC236}">
                <a16:creationId xmlns:a16="http://schemas.microsoft.com/office/drawing/2014/main" id="{91B34D5C-9811-48A6-8CD6-C12A968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text-575">
            <a:extLst xmlns:a="http://schemas.openxmlformats.org/drawingml/2006/main">
              <a:ext uri="{FF2B5EF4-FFF2-40B4-BE49-F238E27FC236}">
                <a16:creationId xmlns:a16="http://schemas.microsoft.com/office/drawing/2014/main" id="{C267768C-DED8-4C4A-AFE5-F171DBFC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editable-text-576">
            <a:extLst xmlns:a="http://schemas.openxmlformats.org/drawingml/2006/main">
              <a:ext uri="{FF2B5EF4-FFF2-40B4-BE49-F238E27FC236}">
                <a16:creationId xmlns:a16="http://schemas.microsoft.com/office/drawing/2014/main" id="{6B89F2A3-FAC2-41BF-84EE-8DE9998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4271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577">
            <a:extLst xmlns:a="http://schemas.openxmlformats.org/drawingml/2006/main">
              <a:ext uri="{FF2B5EF4-FFF2-40B4-BE49-F238E27FC236}">
                <a16:creationId xmlns:a16="http://schemas.microsoft.com/office/drawing/2014/main" id="{73B41E2F-1972-41C8-B6A7-B2D8DEE3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2873999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578">
            <a:extLst xmlns:a="http://schemas.openxmlformats.org/drawingml/2006/main">
              <a:ext uri="{FF2B5EF4-FFF2-40B4-BE49-F238E27FC236}">
                <a16:creationId xmlns:a16="http://schemas.microsoft.com/office/drawing/2014/main" id="{8A7716F1-E251-4D28-82C1-553F698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98084"/>
            <a:ext cx="7039645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原生 JS 工作台 · 端到端调查 · 工程回归 · 独立展示基准口径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579">
            <a:extLst xmlns:a="http://schemas.openxmlformats.org/drawingml/2006/main">
              <a:ext uri="{FF2B5EF4-FFF2-40B4-BE49-F238E27FC236}">
                <a16:creationId xmlns:a16="http://schemas.microsoft.com/office/drawing/2014/main" id="{2B09A6B8-75CA-4947-BDF3-70E42C10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5376"/>
            <a:ext cx="1440187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前端工作台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580">
            <a:extLst xmlns:a="http://schemas.openxmlformats.org/drawingml/2006/main">
              <a:ext uri="{FF2B5EF4-FFF2-40B4-BE49-F238E27FC236}">
                <a16:creationId xmlns:a16="http://schemas.microsoft.com/office/drawing/2014/main" id="{2CEE56DF-84A2-47EC-B7D3-22A76BE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4" y="2847245"/>
            <a:ext cx="7748799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8 项调查 HTTP 操作与 42 项契约记录；保留提交调查、执行轨迹、证据与风险</a:t>
            </a:r>
            <a:endParaRPr sz="172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81">
            <a:extLst xmlns:a="http://schemas.openxmlformats.org/drawingml/2006/main">
              <a:ext uri="{FF2B5EF4-FFF2-40B4-BE49-F238E27FC236}">
                <a16:creationId xmlns:a16="http://schemas.microsoft.com/office/drawing/2014/main" id="{89C52FFA-592D-474C-9546-9C372A2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4" y="3143010"/>
            <a:ext cx="788676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界面。</a:t>
            </a:r>
            <a:endParaRPr sz="172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82">
            <a:extLst xmlns:a="http://schemas.openxmlformats.org/drawingml/2006/main">
              <a:ext uri="{FF2B5EF4-FFF2-40B4-BE49-F238E27FC236}">
                <a16:creationId xmlns:a16="http://schemas.microsoft.com/office/drawing/2014/main" id="{CA200FEF-BA3C-49F4-ADAD-2CEB95FE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7448"/>
            <a:ext cx="1697362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真实调查案例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83">
            <a:extLst xmlns:a="http://schemas.openxmlformats.org/drawingml/2006/main">
              <a:ext uri="{FF2B5EF4-FFF2-40B4-BE49-F238E27FC236}">
                <a16:creationId xmlns:a16="http://schemas.microsoft.com/office/drawing/2014/main" id="{0A0DF5C2-0B28-495D-B08B-113A3C0D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4" y="3809317"/>
            <a:ext cx="7885721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C08 展示多维护分支比较，C09 展示原预算内字段修正；历史 vLLM 记录单列。</a:t>
            </a:r>
            <a:endParaRPr sz="172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84">
            <a:extLst xmlns:a="http://schemas.openxmlformats.org/drawingml/2006/main">
              <a:ext uri="{FF2B5EF4-FFF2-40B4-BE49-F238E27FC236}">
                <a16:creationId xmlns:a16="http://schemas.microsoft.com/office/drawing/2014/main" id="{0BCFEF3E-C2EC-42B6-A79B-C99D6CF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9521"/>
            <a:ext cx="1954537" cy="33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工程与质量分开</a:t>
            </a:r>
            <a:endParaRPr sz="20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85">
            <a:extLst xmlns:a="http://schemas.openxmlformats.org/drawingml/2006/main">
              <a:ext uri="{FF2B5EF4-FFF2-40B4-BE49-F238E27FC236}">
                <a16:creationId xmlns:a16="http://schemas.microsoft.com/office/drawing/2014/main" id="{07993523-0940-4730-9E61-3603237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4" y="4771389"/>
            <a:ext cx="8053129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历史工程回归、专项测试与 AegisBench 分别呈现，测试通过数不替代问答质量。</a:t>
            </a:r>
            <a:endParaRPr sz="172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586">
            <a:extLst xmlns:a="http://schemas.openxmlformats.org/drawingml/2006/main">
              <a:ext uri="{FF2B5EF4-FFF2-40B4-BE49-F238E27FC236}">
                <a16:creationId xmlns:a16="http://schemas.microsoft.com/office/drawing/2014/main" id="{ED291E13-874A-4DAF-98FB-7719451B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09487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图片 24">
            <a:extLst xmlns:a="http://schemas.openxmlformats.org/drawingml/2006/main">
              <a:ext uri="{FF2B5EF4-FFF2-40B4-BE49-F238E27FC236}">
                <a16:creationId xmlns:a16="http://schemas.microsoft.com/office/drawing/2014/main" id="{286BC00E-86F0-44C1-AF0C-15B4BA68D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37ad9f5774333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587">
            <a:extLst xmlns:a="http://schemas.openxmlformats.org/drawingml/2006/main">
              <a:ext uri="{FF2B5EF4-FFF2-40B4-BE49-F238E27FC236}">
                <a16:creationId xmlns:a16="http://schemas.microsoft.com/office/drawing/2014/main" id="{F25CCB6F-6F5D-4A17-A500-20508EB3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588">
            <a:extLst xmlns:a="http://schemas.openxmlformats.org/drawingml/2006/main">
              <a:ext uri="{FF2B5EF4-FFF2-40B4-BE49-F238E27FC236}">
                <a16:creationId xmlns:a16="http://schemas.microsoft.com/office/drawing/2014/main" id="{4B19688D-7403-45F2-8C9D-8796CBD3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589">
            <a:extLst xmlns:a="http://schemas.openxmlformats.org/drawingml/2006/main">
              <a:ext uri="{FF2B5EF4-FFF2-40B4-BE49-F238E27FC236}">
                <a16:creationId xmlns:a16="http://schemas.microsoft.com/office/drawing/2014/main" id="{68CD9856-4C09-4F24-BEE8-5DC69AC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914349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590">
            <a:extLst xmlns:a="http://schemas.openxmlformats.org/drawingml/2006/main">
              <a:ext uri="{FF2B5EF4-FFF2-40B4-BE49-F238E27FC236}">
                <a16:creationId xmlns:a16="http://schemas.microsoft.com/office/drawing/2014/main" id="{09A3E9F8-E3AB-450A-9EC3-8270EC5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5051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591">
            <a:extLst xmlns:a="http://schemas.openxmlformats.org/drawingml/2006/main">
              <a:ext uri="{FF2B5EF4-FFF2-40B4-BE49-F238E27FC236}">
                <a16:creationId xmlns:a16="http://schemas.microsoft.com/office/drawing/2014/main" id="{5367B326-429E-4ADF-8089-9E1F01B9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095558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7" name="editable-diagram-592">
            <a:extLst xmlns:a="http://schemas.openxmlformats.org/drawingml/2006/main">
              <a:ext uri="{FF2B5EF4-FFF2-40B4-BE49-F238E27FC236}">
                <a16:creationId xmlns:a16="http://schemas.microsoft.com/office/drawing/2014/main" id="{86CF219E-09E8-4517-B0AB-04AAEE3D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686353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diagram-593">
            <a:extLst xmlns:a="http://schemas.openxmlformats.org/drawingml/2006/main">
              <a:ext uri="{FF2B5EF4-FFF2-40B4-BE49-F238E27FC236}">
                <a16:creationId xmlns:a16="http://schemas.microsoft.com/office/drawing/2014/main" id="{E54C9F88-8FB6-4D1E-A0C0-028DA05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76779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9" name="editable-text-594">
            <a:extLst xmlns:a="http://schemas.openxmlformats.org/drawingml/2006/main">
              <a:ext uri="{FF2B5EF4-FFF2-40B4-BE49-F238E27FC236}">
                <a16:creationId xmlns:a16="http://schemas.microsoft.com/office/drawing/2014/main" id="{8F9484A5-467D-4239-8F8E-ADDF815E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595">
            <a:extLst xmlns:a="http://schemas.openxmlformats.org/drawingml/2006/main">
              <a:ext uri="{FF2B5EF4-FFF2-40B4-BE49-F238E27FC236}">
                <a16:creationId xmlns:a16="http://schemas.microsoft.com/office/drawing/2014/main" id="{F61B9686-226A-468F-91F4-86AD369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44724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596">
            <a:extLst xmlns:a="http://schemas.openxmlformats.org/drawingml/2006/main">
              <a:ext uri="{FF2B5EF4-FFF2-40B4-BE49-F238E27FC236}">
                <a16:creationId xmlns:a16="http://schemas.microsoft.com/office/drawing/2014/main" id="{A60A8834-1D63-4761-B7B8-D0DF1B40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426799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前端工作台与后端接口契约：8 项调查操作与 42 个契约全量对齐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597">
            <a:extLst xmlns:a="http://schemas.openxmlformats.org/drawingml/2006/main">
              <a:ext uri="{FF2B5EF4-FFF2-40B4-BE49-F238E27FC236}">
                <a16:creationId xmlns:a16="http://schemas.microsoft.com/office/drawing/2014/main" id="{1D8BA1BA-C073-4CBF-AB13-0BEFD58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30726"/>
            <a:ext cx="1257311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八项调查操作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598">
            <a:extLst xmlns:a="http://schemas.openxmlformats.org/drawingml/2006/main">
              <a:ext uri="{FF2B5EF4-FFF2-40B4-BE49-F238E27FC236}">
                <a16:creationId xmlns:a16="http://schemas.microsoft.com/office/drawing/2014/main" id="{6563B9EB-515C-446C-BF75-79504D7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533348"/>
            <a:ext cx="262193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POST  /api/investigations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599">
            <a:extLst xmlns:a="http://schemas.openxmlformats.org/drawingml/2006/main">
              <a:ext uri="{FF2B5EF4-FFF2-40B4-BE49-F238E27FC236}">
                <a16:creationId xmlns:a16="http://schemas.microsoft.com/office/drawing/2014/main" id="{DDDC9F52-397A-4BDF-9170-AB5B34DE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622" y="2533348"/>
            <a:ext cx="2353352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接受合法请求，返回 202</a:t>
            </a:r>
            <a:endParaRPr sz="15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600">
            <a:extLst xmlns:a="http://schemas.openxmlformats.org/drawingml/2006/main">
              <a:ext uri="{FF2B5EF4-FFF2-40B4-BE49-F238E27FC236}">
                <a16:creationId xmlns:a16="http://schemas.microsoft.com/office/drawing/2014/main" id="{D4FD177C-41D8-4D72-A825-25C6749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124131"/>
            <a:ext cx="3900858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GET   …/{id}/status、trace、artifacts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601">
            <a:extLst xmlns:a="http://schemas.openxmlformats.org/drawingml/2006/main">
              <a:ext uri="{FF2B5EF4-FFF2-40B4-BE49-F238E27FC236}">
                <a16:creationId xmlns:a16="http://schemas.microsoft.com/office/drawing/2014/main" id="{C740FBD0-7842-428B-A8C1-69E9C4C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622" y="3124131"/>
            <a:ext cx="251659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分别读取状态、轨迹与产物</a:t>
            </a:r>
            <a:endParaRPr sz="15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602">
            <a:extLst xmlns:a="http://schemas.openxmlformats.org/drawingml/2006/main">
              <a:ext uri="{FF2B5EF4-FFF2-40B4-BE49-F238E27FC236}">
                <a16:creationId xmlns:a16="http://schemas.microsoft.com/office/drawing/2014/main" id="{E992BBD8-F8BA-4921-A048-8F559327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14557"/>
            <a:ext cx="3485007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GET   …/{id}/integration、answer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603">
            <a:extLst xmlns:a="http://schemas.openxmlformats.org/drawingml/2006/main">
              <a:ext uri="{FF2B5EF4-FFF2-40B4-BE49-F238E27FC236}">
                <a16:creationId xmlns:a16="http://schemas.microsoft.com/office/drawing/2014/main" id="{AAB96375-7F81-4D5F-BD35-05C06126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622" y="3714557"/>
            <a:ext cx="254958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分别读取 Gate 与封存答案</a:t>
            </a:r>
            <a:endParaRPr sz="15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604">
            <a:extLst xmlns:a="http://schemas.openxmlformats.org/drawingml/2006/main">
              <a:ext uri="{FF2B5EF4-FFF2-40B4-BE49-F238E27FC236}">
                <a16:creationId xmlns:a16="http://schemas.microsoft.com/office/drawing/2014/main" id="{3FD9E869-4F34-43EE-8935-612890E0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05352"/>
            <a:ext cx="2046210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POST  …/{id}/cancel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605">
            <a:extLst xmlns:a="http://schemas.openxmlformats.org/drawingml/2006/main">
              <a:ext uri="{FF2B5EF4-FFF2-40B4-BE49-F238E27FC236}">
                <a16:creationId xmlns:a16="http://schemas.microsoft.com/office/drawing/2014/main" id="{BE53CA45-5D60-4F9D-AD56-D108EE67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622" y="4305352"/>
            <a:ext cx="91907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取消调查</a:t>
            </a:r>
            <a:endParaRPr sz="15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606">
            <a:extLst xmlns:a="http://schemas.openxmlformats.org/drawingml/2006/main">
              <a:ext uri="{FF2B5EF4-FFF2-40B4-BE49-F238E27FC236}">
                <a16:creationId xmlns:a16="http://schemas.microsoft.com/office/drawing/2014/main" id="{910A25CD-9F68-48C7-926B-4416971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895779"/>
            <a:ext cx="3323186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GET   /api/investigations/history</a:t>
            </a:r>
            <a:endParaRPr sz="158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607">
            <a:extLst xmlns:a="http://schemas.openxmlformats.org/drawingml/2006/main">
              <a:ext uri="{FF2B5EF4-FFF2-40B4-BE49-F238E27FC236}">
                <a16:creationId xmlns:a16="http://schemas.microsoft.com/office/drawing/2014/main" id="{FEEFE238-5BFC-4D1D-86EA-B017D8B4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622" y="4895779"/>
            <a:ext cx="918953" cy="26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查询历史</a:t>
            </a:r>
            <a:endParaRPr sz="15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608">
            <a:extLst xmlns:a="http://schemas.openxmlformats.org/drawingml/2006/main">
              <a:ext uri="{FF2B5EF4-FFF2-40B4-BE49-F238E27FC236}">
                <a16:creationId xmlns:a16="http://schemas.microsoft.com/office/drawing/2014/main" id="{C6F17941-16D6-4EEA-BC86-010198C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787249"/>
            <a:ext cx="9595269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原生 JavaScript ESM + History Router + Node 同源代理，TypeScript Client 与后端 42 个 OpenAPI 契约操作 100% 校验对齐。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609">
            <a:extLst xmlns:a="http://schemas.openxmlformats.org/drawingml/2006/main">
              <a:ext uri="{FF2B5EF4-FFF2-40B4-BE49-F238E27FC236}">
                <a16:creationId xmlns:a16="http://schemas.microsoft.com/office/drawing/2014/main" id="{EE226A5F-6CB8-496E-AAED-ED35F41D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812223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623D8935-2B90-41B6-8B36-B42BB1534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b5ea886c7463f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C783BA23-FBD5-4FD3-84D6-B9D70E0CA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30293a31349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45" y="1874257"/>
            <a:ext cx="5440592" cy="3060152"/>
          </a:xfrm>
          <a:prstGeom xmlns:a="http://schemas.openxmlformats.org/drawingml/2006/main" prst="rect">
            <a:avLst/>
          </a:prstGeom>
        </p:spPr>
      </p:pic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DBD5013B-0C56-4A3F-B1D5-2905B07EDC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112de654442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8226" y="1874257"/>
            <a:ext cx="5440592" cy="3060152"/>
          </a:xfrm>
          <a:prstGeom xmlns:a="http://schemas.openxmlformats.org/drawingml/2006/main" prst="rect">
            <a:avLst/>
          </a:prstGeom>
        </p:spPr>
      </p:pic>
      <p:sp>
        <p:nvSpPr>
          <p:cNvPr id="4" name="editable-diagram-610">
            <a:extLst xmlns:a="http://schemas.openxmlformats.org/drawingml/2006/main">
              <a:ext uri="{FF2B5EF4-FFF2-40B4-BE49-F238E27FC236}">
                <a16:creationId xmlns:a16="http://schemas.microsoft.com/office/drawing/2014/main" id="{E2A6B7CA-1AFB-4284-B962-8B100E43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611">
            <a:extLst xmlns:a="http://schemas.openxmlformats.org/drawingml/2006/main">
              <a:ext uri="{FF2B5EF4-FFF2-40B4-BE49-F238E27FC236}">
                <a16:creationId xmlns:a16="http://schemas.microsoft.com/office/drawing/2014/main" id="{B59088BA-394C-4ECD-814A-17BD692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text-612">
            <a:extLst xmlns:a="http://schemas.openxmlformats.org/drawingml/2006/main">
              <a:ext uri="{FF2B5EF4-FFF2-40B4-BE49-F238E27FC236}">
                <a16:creationId xmlns:a16="http://schemas.microsoft.com/office/drawing/2014/main" id="{12FCEFFD-666C-40DC-909D-E8423DC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13">
            <a:extLst xmlns:a="http://schemas.openxmlformats.org/drawingml/2006/main">
              <a:ext uri="{FF2B5EF4-FFF2-40B4-BE49-F238E27FC236}">
                <a16:creationId xmlns:a16="http://schemas.microsoft.com/office/drawing/2014/main" id="{63CD2A42-5732-4E6E-BF85-7FA6BF5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44724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14">
            <a:extLst xmlns:a="http://schemas.openxmlformats.org/drawingml/2006/main">
              <a:ext uri="{FF2B5EF4-FFF2-40B4-BE49-F238E27FC236}">
                <a16:creationId xmlns:a16="http://schemas.microsoft.com/office/drawing/2014/main" id="{B3B1977D-E3EB-4784-A285-BD547294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929158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新版问答工作台：调查入口与页面展示指标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15">
            <a:extLst xmlns:a="http://schemas.openxmlformats.org/drawingml/2006/main">
              <a:ext uri="{FF2B5EF4-FFF2-40B4-BE49-F238E27FC236}">
                <a16:creationId xmlns:a16="http://schemas.microsoft.com/office/drawing/2014/main" id="{8AE55EA4-8414-40CF-994A-000565A3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website-screenshot-caption">
            <a:extLst xmlns:a="http://schemas.openxmlformats.org/drawingml/2006/main">
              <a:ext uri="{FF2B5EF4-FFF2-40B4-BE49-F238E27FC236}">
                <a16:creationId xmlns:a16="http://schemas.microsoft.com/office/drawing/2014/main" id="{21A43760-83F2-436C-ADD9-A9EB8BF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5" y="5095875"/>
            <a:ext cx="544059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rPr>
              <a:t>真实 API 工作台（读取既有 C09 调查）</a:t>
            </a:r>
            <a:endParaRPr sz="1275">
              <a:solidFill>
                <a:srgbClr val="BED1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website-screenshot-caption">
            <a:extLst xmlns:a="http://schemas.openxmlformats.org/drawingml/2006/main">
              <a:ext uri="{FF2B5EF4-FFF2-40B4-BE49-F238E27FC236}">
                <a16:creationId xmlns:a16="http://schemas.microsoft.com/office/drawing/2014/main" id="{6770FA6F-16FE-4E8D-9126-AE24F3B8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226" y="5095875"/>
            <a:ext cx="544059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BED1E2"/>
                </a:solidFill>
                <a:latin typeface="微软雅黑"/>
                <a:ea typeface="微软雅黑"/>
                <a:cs typeface="微软雅黑"/>
              </a:rPr>
              <a:t>问答性能面板（网站当前展示口径）</a:t>
            </a:r>
            <a:endParaRPr sz="1275">
              <a:solidFill>
                <a:srgbClr val="BED1E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344434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4792F750-FFAA-416E-88B5-FCEB76FDD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c5f72cd7f40be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16">
            <a:extLst xmlns:a="http://schemas.openxmlformats.org/drawingml/2006/main">
              <a:ext uri="{FF2B5EF4-FFF2-40B4-BE49-F238E27FC236}">
                <a16:creationId xmlns:a16="http://schemas.microsoft.com/office/drawing/2014/main" id="{A810366B-4AE7-487C-BA48-7381BD89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617">
            <a:extLst xmlns:a="http://schemas.openxmlformats.org/drawingml/2006/main">
              <a:ext uri="{FF2B5EF4-FFF2-40B4-BE49-F238E27FC236}">
                <a16:creationId xmlns:a16="http://schemas.microsoft.com/office/drawing/2014/main" id="{7BCAD61D-C0DC-4EA8-94A4-F5B8965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618">
            <a:extLst xmlns:a="http://schemas.openxmlformats.org/drawingml/2006/main">
              <a:ext uri="{FF2B5EF4-FFF2-40B4-BE49-F238E27FC236}">
                <a16:creationId xmlns:a16="http://schemas.microsoft.com/office/drawing/2014/main" id="{609C9126-A9C2-4870-A892-B2F8E713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743103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text-619">
            <a:extLst xmlns:a="http://schemas.openxmlformats.org/drawingml/2006/main">
              <a:ext uri="{FF2B5EF4-FFF2-40B4-BE49-F238E27FC236}">
                <a16:creationId xmlns:a16="http://schemas.microsoft.com/office/drawing/2014/main" id="{F1AA0351-1DBC-4832-A162-829123B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620">
            <a:extLst xmlns:a="http://schemas.openxmlformats.org/drawingml/2006/main">
              <a:ext uri="{FF2B5EF4-FFF2-40B4-BE49-F238E27FC236}">
                <a16:creationId xmlns:a16="http://schemas.microsoft.com/office/drawing/2014/main" id="{6546D8B7-2246-422F-8F65-51871CEC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447244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21">
            <a:extLst xmlns:a="http://schemas.openxmlformats.org/drawingml/2006/main">
              <a:ext uri="{FF2B5EF4-FFF2-40B4-BE49-F238E27FC236}">
                <a16:creationId xmlns:a16="http://schemas.microsoft.com/office/drawing/2014/main" id="{0900F531-CF2D-4B51-9F15-C47CEA02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9860740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真实端到端 HTTP 调查实证：C08 多分支匹配与 C09 计划自愈恢复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22">
            <a:extLst xmlns:a="http://schemas.openxmlformats.org/drawingml/2006/main">
              <a:ext uri="{FF2B5EF4-FFF2-40B4-BE49-F238E27FC236}">
                <a16:creationId xmlns:a16="http://schemas.microsoft.com/office/drawing/2014/main" id="{4A18C11D-44D0-4E7A-BD89-BD022415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78963"/>
            <a:ext cx="2631200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C08  /  langchain-core 1.2.0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23">
            <a:extLst xmlns:a="http://schemas.openxmlformats.org/drawingml/2006/main">
              <a:ext uri="{FF2B5EF4-FFF2-40B4-BE49-F238E27FC236}">
                <a16:creationId xmlns:a16="http://schemas.microsoft.com/office/drawing/2014/main" id="{37A75083-0613-4355-BC61-B4B43374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749" y="1962596"/>
            <a:ext cx="1086529" cy="35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52.50 s</a:t>
            </a:r>
            <a:endParaRPr sz="21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624">
            <a:extLst xmlns:a="http://schemas.openxmlformats.org/drawingml/2006/main">
              <a:ext uri="{FF2B5EF4-FFF2-40B4-BE49-F238E27FC236}">
                <a16:creationId xmlns:a16="http://schemas.microsoft.com/office/drawing/2014/main" id="{704D822B-E92F-46A1-BEB3-6C4343F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579699"/>
            <a:ext cx="4736700" cy="32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命中 1.x 分支 → 建议 1.2.5 → HIGH / P2</a:t>
            </a:r>
            <a:endParaRPr sz="19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625">
            <a:extLst xmlns:a="http://schemas.openxmlformats.org/drawingml/2006/main">
              <a:ext uri="{FF2B5EF4-FFF2-40B4-BE49-F238E27FC236}">
                <a16:creationId xmlns:a16="http://schemas.microsoft.com/office/drawing/2014/main" id="{D1931532-B767-4FC2-9D7B-921C519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167047"/>
            <a:ext cx="8069873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精准排除 &lt;0.3.81 旧分支，锁定 1.x 分支修复版本 1.2.5，自动标注 SHARED_SOURCE_LINEAGE 同源提醒。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626">
            <a:extLst xmlns:a="http://schemas.openxmlformats.org/drawingml/2006/main">
              <a:ext uri="{FF2B5EF4-FFF2-40B4-BE49-F238E27FC236}">
                <a16:creationId xmlns:a16="http://schemas.microsoft.com/office/drawing/2014/main" id="{420243B8-245B-4A9C-8633-ACD3915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055541"/>
            <a:ext cx="1835898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C09  /  vLLM 0.29.0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627">
            <a:extLst xmlns:a="http://schemas.openxmlformats.org/drawingml/2006/main">
              <a:ext uri="{FF2B5EF4-FFF2-40B4-BE49-F238E27FC236}">
                <a16:creationId xmlns:a16="http://schemas.microsoft.com/office/drawing/2014/main" id="{32AD87EA-31C0-4008-B340-3DE6018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749" y="4039173"/>
            <a:ext cx="1086529" cy="35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17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46.50 s</a:t>
            </a:r>
            <a:endParaRPr sz="217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628">
            <a:extLst xmlns:a="http://schemas.openxmlformats.org/drawingml/2006/main">
              <a:ext uri="{FF2B5EF4-FFF2-40B4-BE49-F238E27FC236}">
                <a16:creationId xmlns:a16="http://schemas.microsoft.com/office/drawing/2014/main" id="{18472506-5713-4581-B56D-9F7B33C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668199"/>
            <a:ext cx="6447043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补齐验收字段 → 按结构范围判断 AFFECTED → 建议 0.30.0</a:t>
            </a:r>
            <a:endParaRPr sz="187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629">
            <a:extLst xmlns:a="http://schemas.openxmlformats.org/drawingml/2006/main">
              <a:ext uri="{FF2B5EF4-FFF2-40B4-BE49-F238E27FC236}">
                <a16:creationId xmlns:a16="http://schemas.microsoft.com/office/drawing/2014/main" id="{88134E5E-3A0A-458A-BD6B-FF186250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243624"/>
            <a:ext cx="8824760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首次规划缺失字段被 Schema 拦截，经 schema_feedback 二次自愈通过；同时保留结构化字段与正文原文定位供核对。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630">
            <a:extLst xmlns:a="http://schemas.openxmlformats.org/drawingml/2006/main">
              <a:ext uri="{FF2B5EF4-FFF2-40B4-BE49-F238E27FC236}">
                <a16:creationId xmlns:a16="http://schemas.microsoft.com/office/drawing/2014/main" id="{3E20DA23-F74C-481C-85B2-BDE445D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867530"/>
            <a:ext cx="9286237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8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结合历史 vLLM 0.6.5 完整调查（68.7s，Gate PASS / 答案 COMPLETE），端到端验证了从受约束规划到封存复查的全流程。</a:t>
            </a:r>
            <a:endParaRPr sz="128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631">
            <a:extLst xmlns:a="http://schemas.openxmlformats.org/drawingml/2006/main">
              <a:ext uri="{FF2B5EF4-FFF2-40B4-BE49-F238E27FC236}">
                <a16:creationId xmlns:a16="http://schemas.microsoft.com/office/drawing/2014/main" id="{4106C012-A7F7-4E74-8018-B32D042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040608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F5FF0F70-41D8-43D4-999B-87D86040D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5728012224eaa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32">
            <a:extLst xmlns:a="http://schemas.openxmlformats.org/drawingml/2006/main">
              <a:ext uri="{FF2B5EF4-FFF2-40B4-BE49-F238E27FC236}">
                <a16:creationId xmlns:a16="http://schemas.microsoft.com/office/drawing/2014/main" id="{D3C8A0DD-2056-4D32-A483-42B94F7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633">
            <a:extLst xmlns:a="http://schemas.openxmlformats.org/drawingml/2006/main">
              <a:ext uri="{FF2B5EF4-FFF2-40B4-BE49-F238E27FC236}">
                <a16:creationId xmlns:a16="http://schemas.microsoft.com/office/drawing/2014/main" id="{BEF41827-04A6-46B8-862A-95C82F3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33820B24-78CA-49E0-94D0-FF38A3327AC6}"/>
              </a:ext>
            </a:extLst>
          </p:cNvPr>
          <p:cNvGraphicFramePr/>
          <p:nvPr/>
        </p:nvGraphicFramePr>
        <p:xfrm>
          <a:off xmlns:a="http://schemas.openxmlformats.org/drawingml/2006/main" x="457200" y="1943196"/>
          <a:ext xmlns:a="http://schemas.openxmlformats.org/drawingml/2006/main" cx="11277598" cy="35720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49"/>
                <a:gridCol w="5276849"/>
              </a:tblGrid>
              <a:tr h="42864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测试范围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记录结果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环境与解释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</a:tr>
              <a:tr h="52390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历史完整后端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1426 passed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Phase 12-D.3；空 PostgreSQL + Mock LLM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46674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上一代后端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1261 passed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Phase 11-D 阶段日志记录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46674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便携 CI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641 passed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Phase 14A；1 项明确排除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来源归组与关联回归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项专项 / 88 项关联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两组存在重叠，纠正同源重复确认实例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前端与接口契约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 项前端 / 42 项契约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前端测试与 TypeScript 契约校验分别记录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C28 组合复验</a:t>
                      </a:r>
                      <a:endParaRPr sz="1425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 通过 / 8 失败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首错 CreateProcess / WinError5，尚需复验</a:t>
                      </a:r>
                      <a:endParaRPr sz="1425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</a:tbl>
          </a:graphicData>
        </a:graphic>
      </p:graphicFrame>
      <p:sp>
        <p:nvSpPr>
          <p:cNvPr id="5" name="editable-text-634">
            <a:extLst xmlns:a="http://schemas.openxmlformats.org/drawingml/2006/main">
              <a:ext uri="{FF2B5EF4-FFF2-40B4-BE49-F238E27FC236}">
                <a16:creationId xmlns:a16="http://schemas.microsoft.com/office/drawing/2014/main" id="{2700DE87-B52B-4BC8-9B5F-0298958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635">
            <a:extLst xmlns:a="http://schemas.openxmlformats.org/drawingml/2006/main">
              <a:ext uri="{FF2B5EF4-FFF2-40B4-BE49-F238E27FC236}">
                <a16:creationId xmlns:a16="http://schemas.microsoft.com/office/drawing/2014/main" id="{0F9AF49A-8E44-4BF8-895D-A9443C87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4271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36">
            <a:extLst xmlns:a="http://schemas.openxmlformats.org/drawingml/2006/main">
              <a:ext uri="{FF2B5EF4-FFF2-40B4-BE49-F238E27FC236}">
                <a16:creationId xmlns:a16="http://schemas.microsoft.com/office/drawing/2014/main" id="{32CA9814-BC7C-483D-A0AF-F4249F0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56692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工程测试与接口契约：阶段记录分别列示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37">
            <a:extLst xmlns:a="http://schemas.openxmlformats.org/drawingml/2006/main">
              <a:ext uri="{FF2B5EF4-FFF2-40B4-BE49-F238E27FC236}">
                <a16:creationId xmlns:a16="http://schemas.microsoft.com/office/drawing/2014/main" id="{EAC32CC1-DB4C-4DAB-A794-3A22605E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5704"/>
            <a:ext cx="6766067" cy="222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各套件不能相加，也不能合并为一次当前全量通过；质量指标另见下一页 AegisBench。</a:t>
            </a:r>
            <a:endParaRPr sz="135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38">
            <a:extLst xmlns:a="http://schemas.openxmlformats.org/drawingml/2006/main">
              <a:ext uri="{FF2B5EF4-FFF2-40B4-BE49-F238E27FC236}">
                <a16:creationId xmlns:a16="http://schemas.microsoft.com/office/drawing/2014/main" id="{FC0518D0-7EDA-48DA-9E9D-7C80C21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901617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21">
            <a:extLst xmlns:a="http://schemas.openxmlformats.org/drawingml/2006/main">
              <a:ext uri="{FF2B5EF4-FFF2-40B4-BE49-F238E27FC236}">
                <a16:creationId xmlns:a16="http://schemas.microsoft.com/office/drawing/2014/main" id="{39EA1DD0-8124-460B-83F1-663A00110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fa23aa2c74aed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39">
            <a:extLst xmlns:a="http://schemas.openxmlformats.org/drawingml/2006/main">
              <a:ext uri="{FF2B5EF4-FFF2-40B4-BE49-F238E27FC236}">
                <a16:creationId xmlns:a16="http://schemas.microsoft.com/office/drawing/2014/main" id="{75D8B771-12AD-40A0-A418-63F3A22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640">
            <a:extLst xmlns:a="http://schemas.openxmlformats.org/drawingml/2006/main">
              <a:ext uri="{FF2B5EF4-FFF2-40B4-BE49-F238E27FC236}">
                <a16:creationId xmlns:a16="http://schemas.microsoft.com/office/drawing/2014/main" id="{E47B0685-80E1-4E67-85A0-01D3CC4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694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diagram-641">
            <a:extLst xmlns:a="http://schemas.openxmlformats.org/drawingml/2006/main">
              <a:ext uri="{FF2B5EF4-FFF2-40B4-BE49-F238E27FC236}">
                <a16:creationId xmlns:a16="http://schemas.microsoft.com/office/drawing/2014/main" id="{1D073670-3B38-4D0E-9F9A-881E556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5" name="editable-text-642">
            <a:extLst xmlns:a="http://schemas.openxmlformats.org/drawingml/2006/main">
              <a:ext uri="{FF2B5EF4-FFF2-40B4-BE49-F238E27FC236}">
                <a16:creationId xmlns:a16="http://schemas.microsoft.com/office/drawing/2014/main" id="{C5B89F20-2CB6-4E63-83DA-51124009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643">
            <a:extLst xmlns:a="http://schemas.openxmlformats.org/drawingml/2006/main">
              <a:ext uri="{FF2B5EF4-FFF2-40B4-BE49-F238E27FC236}">
                <a16:creationId xmlns:a16="http://schemas.microsoft.com/office/drawing/2014/main" id="{0CFC409F-2232-4785-8150-26CC3CA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4271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04  功能实证与评测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44">
            <a:extLst xmlns:a="http://schemas.openxmlformats.org/drawingml/2006/main">
              <a:ext uri="{FF2B5EF4-FFF2-40B4-BE49-F238E27FC236}">
                <a16:creationId xmlns:a16="http://schemas.microsoft.com/office/drawing/2014/main" id="{48C61252-E242-4CA2-A9AA-8DCC2FE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7170815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团队最新 49 题自测汇总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45">
            <a:extLst xmlns:a="http://schemas.openxmlformats.org/drawingml/2006/main">
              <a:ext uri="{FF2B5EF4-FFF2-40B4-BE49-F238E27FC236}">
                <a16:creationId xmlns:a16="http://schemas.microsoft.com/office/drawing/2014/main" id="{09455243-02CC-4FE2-89C7-668E792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0794"/>
            <a:ext cx="2481421" cy="78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 / 49</a:t>
            </a:r>
            <a:endParaRPr sz="47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46">
            <a:extLst xmlns:a="http://schemas.openxmlformats.org/drawingml/2006/main">
              <a:ext uri="{FF2B5EF4-FFF2-40B4-BE49-F238E27FC236}">
                <a16:creationId xmlns:a16="http://schemas.microsoft.com/office/drawing/2014/main" id="{94E1805C-90DF-487B-8785-343EAA2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399" y="2080794"/>
            <a:ext cx="2481421" cy="78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77</a:t>
            </a: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 / 94</a:t>
            </a:r>
            <a:endParaRPr sz="47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647">
            <a:extLst xmlns:a="http://schemas.openxmlformats.org/drawingml/2006/main">
              <a:ext uri="{FF2B5EF4-FFF2-40B4-BE49-F238E27FC236}">
                <a16:creationId xmlns:a16="http://schemas.microsoft.com/office/drawing/2014/main" id="{A675666A-FEF1-4EE8-B093-0BBB783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2080794"/>
            <a:ext cx="2111355" cy="78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47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 / 10</a:t>
            </a:r>
            <a:endParaRPr sz="47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648">
            <a:extLst xmlns:a="http://schemas.openxmlformats.org/drawingml/2006/main">
              <a:ext uri="{FF2B5EF4-FFF2-40B4-BE49-F238E27FC236}">
                <a16:creationId xmlns:a16="http://schemas.microsoft.com/office/drawing/2014/main" id="{BAEC0291-858F-4850-9FFB-9D9CCBD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0496"/>
            <a:ext cx="16344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整题严格匹配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649">
            <a:extLst xmlns:a="http://schemas.openxmlformats.org/drawingml/2006/main">
              <a:ext uri="{FF2B5EF4-FFF2-40B4-BE49-F238E27FC236}">
                <a16:creationId xmlns:a16="http://schemas.microsoft.com/office/drawing/2014/main" id="{D37D26FD-D6E5-477B-9AEA-B38D9C27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399" y="2910496"/>
            <a:ext cx="11391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字段匹配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650">
            <a:extLst xmlns:a="http://schemas.openxmlformats.org/drawingml/2006/main">
              <a:ext uri="{FF2B5EF4-FFF2-40B4-BE49-F238E27FC236}">
                <a16:creationId xmlns:a16="http://schemas.microsoft.com/office/drawing/2014/main" id="{668E5EE3-822F-4A34-AE25-5C0922C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2910496"/>
            <a:ext cx="1634497" cy="321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风险等级字段</a:t>
            </a:r>
            <a:endParaRPr sz="19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651">
            <a:extLst xmlns:a="http://schemas.openxmlformats.org/drawingml/2006/main">
              <a:ext uri="{FF2B5EF4-FFF2-40B4-BE49-F238E27FC236}">
                <a16:creationId xmlns:a16="http://schemas.microsoft.com/office/drawing/2014/main" id="{77538FEA-63CF-4E74-8A2D-60E4E0C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7179"/>
            <a:ext cx="1095382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统计口径</a:t>
            </a:r>
            <a:endParaRPr sz="187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652">
            <a:extLst xmlns:a="http://schemas.openxmlformats.org/drawingml/2006/main">
              <a:ext uri="{FF2B5EF4-FFF2-40B4-BE49-F238E27FC236}">
                <a16:creationId xmlns:a16="http://schemas.microsoft.com/office/drawing/2014/main" id="{8B2DC7D6-45D4-40EB-A7DD-E1D92C4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0471"/>
            <a:ext cx="8833804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49 道题、94 个字段；风险等级字段单独按 10 项统计。</a:t>
            </a:r>
            <a:endParaRPr sz="157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653">
            <a:extLst xmlns:a="http://schemas.openxmlformats.org/drawingml/2006/main">
              <a:ext uri="{FF2B5EF4-FFF2-40B4-BE49-F238E27FC236}">
                <a16:creationId xmlns:a16="http://schemas.microsoft.com/office/drawing/2014/main" id="{0938D04E-21C8-4C3D-91D2-92E6B42C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70518"/>
            <a:ext cx="2320296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自动匹配结果需结合原始证据判断。</a:t>
            </a:r>
            <a:endParaRPr sz="157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654">
            <a:extLst xmlns:a="http://schemas.openxmlformats.org/drawingml/2006/main">
              <a:ext uri="{FF2B5EF4-FFF2-40B4-BE49-F238E27FC236}">
                <a16:creationId xmlns:a16="http://schemas.microsoft.com/office/drawing/2014/main" id="{9A32B78B-B891-4F88-8F9B-1EB673D7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7318"/>
            <a:ext cx="1333507" cy="30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数据来源</a:t>
            </a:r>
            <a:endParaRPr sz="187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655">
            <a:extLst xmlns:a="http://schemas.openxmlformats.org/drawingml/2006/main">
              <a:ext uri="{FF2B5EF4-FFF2-40B4-BE49-F238E27FC236}">
                <a16:creationId xmlns:a16="http://schemas.microsoft.com/office/drawing/2014/main" id="{F2190F20-E495-422B-9003-C6686C74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1085"/>
            <a:ext cx="9135795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团队提供的 2026-10-19 最新自测汇总；本次材料同步未重新运行评测。</a:t>
            </a:r>
            <a:endParaRPr sz="1575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658">
            <a:extLst xmlns:a="http://schemas.openxmlformats.org/drawingml/2006/main">
              <a:ext uri="{FF2B5EF4-FFF2-40B4-BE49-F238E27FC236}">
                <a16:creationId xmlns:a16="http://schemas.microsoft.com/office/drawing/2014/main" id="{0DC51117-207B-44BB-983A-EF78A76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27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448418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476B2CFD-4825-4B1E-8777-754075EC38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26ba9b5c34f19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59">
            <a:extLst xmlns:a="http://schemas.openxmlformats.org/drawingml/2006/main">
              <a:ext uri="{FF2B5EF4-FFF2-40B4-BE49-F238E27FC236}">
                <a16:creationId xmlns:a16="http://schemas.microsoft.com/office/drawing/2014/main" id="{75201ECE-8893-4F8D-B6E8-9FED463D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660">
            <a:extLst xmlns:a="http://schemas.openxmlformats.org/drawingml/2006/main">
              <a:ext uri="{FF2B5EF4-FFF2-40B4-BE49-F238E27FC236}">
                <a16:creationId xmlns:a16="http://schemas.microsoft.com/office/drawing/2014/main" id="{9E31F453-1DC5-40C1-8DB3-6A77CACE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661">
            <a:extLst xmlns:a="http://schemas.openxmlformats.org/drawingml/2006/main">
              <a:ext uri="{FF2B5EF4-FFF2-40B4-BE49-F238E27FC236}">
                <a16:creationId xmlns:a16="http://schemas.microsoft.com/office/drawing/2014/main" id="{2F32FBD5-4A8B-4E49-977A-37F75DF9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77" y="3304957"/>
            <a:ext cx="8610541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text-662">
            <a:extLst xmlns:a="http://schemas.openxmlformats.org/drawingml/2006/main">
              <a:ext uri="{FF2B5EF4-FFF2-40B4-BE49-F238E27FC236}">
                <a16:creationId xmlns:a16="http://schemas.microsoft.com/office/drawing/2014/main" id="{DDC7C9A9-A69B-495C-BCA5-BD20777C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44032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663">
            <a:extLst xmlns:a="http://schemas.openxmlformats.org/drawingml/2006/main">
              <a:ext uri="{FF2B5EF4-FFF2-40B4-BE49-F238E27FC236}">
                <a16:creationId xmlns:a16="http://schemas.microsoft.com/office/drawing/2014/main" id="{486BCD57-50D9-40B0-A1E5-4AFF72AC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59593"/>
            <a:ext cx="1143000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64">
            <a:extLst xmlns:a="http://schemas.openxmlformats.org/drawingml/2006/main">
              <a:ext uri="{FF2B5EF4-FFF2-40B4-BE49-F238E27FC236}">
                <a16:creationId xmlns:a16="http://schemas.microsoft.com/office/drawing/2014/main" id="{116B5CF8-6FEC-4888-BCAC-692F815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697815"/>
            <a:ext cx="1727891" cy="128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7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7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65">
            <a:extLst xmlns:a="http://schemas.openxmlformats.org/drawingml/2006/main">
              <a:ext uri="{FF2B5EF4-FFF2-40B4-BE49-F238E27FC236}">
                <a16:creationId xmlns:a16="http://schemas.microsoft.com/office/drawing/2014/main" id="{3BBF7600-C676-4901-ABF0-7F6D6D1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28" y="1733520"/>
            <a:ext cx="2669179" cy="619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创新与比较</a:t>
            </a:r>
            <a:endParaRPr sz="375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66">
            <a:extLst xmlns:a="http://schemas.openxmlformats.org/drawingml/2006/main">
              <a:ext uri="{FF2B5EF4-FFF2-40B4-BE49-F238E27FC236}">
                <a16:creationId xmlns:a16="http://schemas.microsoft.com/office/drawing/2014/main" id="{27AF7735-0ADE-4013-851C-C5E96922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2646709"/>
            <a:ext cx="618618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三大设计创新总结 · 四条基线方案对比 · 赛题评分指标映射</a:t>
            </a:r>
            <a:endParaRPr sz="18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667">
            <a:extLst xmlns:a="http://schemas.openxmlformats.org/drawingml/2006/main">
              <a:ext uri="{FF2B5EF4-FFF2-40B4-BE49-F238E27FC236}">
                <a16:creationId xmlns:a16="http://schemas.microsoft.com/office/drawing/2014/main" id="{1814B80D-90F3-4E8F-ADBA-5D3591A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3637116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设计创新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668">
            <a:extLst xmlns:a="http://schemas.openxmlformats.org/drawingml/2006/main">
              <a:ext uri="{FF2B5EF4-FFF2-40B4-BE49-F238E27FC236}">
                <a16:creationId xmlns:a16="http://schemas.microsoft.com/office/drawing/2014/main" id="{55C1E389-4471-4CBB-B2ED-DF805A7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3645792"/>
            <a:ext cx="6807304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将服务端必需任务不变量、跨源血缘消歧与固定资产分支比对融为一体。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669">
            <a:extLst xmlns:a="http://schemas.openxmlformats.org/drawingml/2006/main">
              <a:ext uri="{FF2B5EF4-FFF2-40B4-BE49-F238E27FC236}">
                <a16:creationId xmlns:a16="http://schemas.microsoft.com/office/drawing/2014/main" id="{367057AB-A5A7-4374-8BA8-4586DB1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4390276"/>
            <a:ext cx="1051612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方案差异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670">
            <a:extLst xmlns:a="http://schemas.openxmlformats.org/drawingml/2006/main">
              <a:ext uri="{FF2B5EF4-FFF2-40B4-BE49-F238E27FC236}">
                <a16:creationId xmlns:a16="http://schemas.microsoft.com/office/drawing/2014/main" id="{5F223767-C1FF-4EE2-9E3E-7D90D42C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4397516"/>
            <a:ext cx="6813768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相比关键词检索、RAG-only 与固定工作流，补齐核验与门禁验收闭环。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671">
            <a:extLst xmlns:a="http://schemas.openxmlformats.org/drawingml/2006/main">
              <a:ext uri="{FF2B5EF4-FFF2-40B4-BE49-F238E27FC236}">
                <a16:creationId xmlns:a16="http://schemas.microsoft.com/office/drawing/2014/main" id="{D7DB4AA4-A8E3-4E4D-9393-A14F5944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7" y="5143423"/>
            <a:ext cx="128022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证据与验证</a:t>
            </a:r>
            <a:endParaRPr sz="18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672">
            <a:extLst xmlns:a="http://schemas.openxmlformats.org/drawingml/2006/main">
              <a:ext uri="{FF2B5EF4-FFF2-40B4-BE49-F238E27FC236}">
                <a16:creationId xmlns:a16="http://schemas.microsoft.com/office/drawing/2014/main" id="{E55070AF-E70B-4C14-A338-5D3697CA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149" y="5150663"/>
            <a:ext cx="5763427" cy="27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全面覆盖赛题九初赛功能、性能、架构优化与工程质量要求。</a:t>
            </a:r>
            <a:endParaRPr sz="1650" b="0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673">
            <a:extLst xmlns:a="http://schemas.openxmlformats.org/drawingml/2006/main">
              <a:ext uri="{FF2B5EF4-FFF2-40B4-BE49-F238E27FC236}">
                <a16:creationId xmlns:a16="http://schemas.microsoft.com/office/drawing/2014/main" id="{E59814A1-33F6-445E-998E-8EDD97B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28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329396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F7236369-3685-42A7-85EB-CDC97A398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35d9fffc647cb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74">
            <a:extLst xmlns:a="http://schemas.openxmlformats.org/drawingml/2006/main">
              <a:ext uri="{FF2B5EF4-FFF2-40B4-BE49-F238E27FC236}">
                <a16:creationId xmlns:a16="http://schemas.microsoft.com/office/drawing/2014/main" id="{A43A83AA-C3C0-45FC-A2E6-F0F948A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675">
            <a:extLst xmlns:a="http://schemas.openxmlformats.org/drawingml/2006/main">
              <a:ext uri="{FF2B5EF4-FFF2-40B4-BE49-F238E27FC236}">
                <a16:creationId xmlns:a16="http://schemas.microsoft.com/office/drawing/2014/main" id="{F72DCC14-5A9F-46B7-AEA3-E936BFF9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676">
            <a:extLst xmlns:a="http://schemas.openxmlformats.org/drawingml/2006/main">
              <a:ext uri="{FF2B5EF4-FFF2-40B4-BE49-F238E27FC236}">
                <a16:creationId xmlns:a16="http://schemas.microsoft.com/office/drawing/2014/main" id="{5273F700-24C5-48CD-A3B8-6464291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796" y="3257444"/>
            <a:ext cx="3790616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5" name="editable-diagram-677">
            <a:extLst xmlns:a="http://schemas.openxmlformats.org/drawingml/2006/main">
              <a:ext uri="{FF2B5EF4-FFF2-40B4-BE49-F238E27FC236}">
                <a16:creationId xmlns:a16="http://schemas.microsoft.com/office/drawing/2014/main" id="{06148F25-FB2A-48CB-B71C-3871F05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796" y="4619382"/>
            <a:ext cx="3790616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text-678">
            <a:extLst xmlns:a="http://schemas.openxmlformats.org/drawingml/2006/main">
              <a:ext uri="{FF2B5EF4-FFF2-40B4-BE49-F238E27FC236}">
                <a16:creationId xmlns:a16="http://schemas.microsoft.com/office/drawing/2014/main" id="{65EB751E-849F-477A-9742-D313607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679">
            <a:extLst xmlns:a="http://schemas.openxmlformats.org/drawingml/2006/main">
              <a:ext uri="{FF2B5EF4-FFF2-40B4-BE49-F238E27FC236}">
                <a16:creationId xmlns:a16="http://schemas.microsoft.com/office/drawing/2014/main" id="{CE4DC92A-BD75-4AC5-81BE-C85F98C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3000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680">
            <a:extLst xmlns:a="http://schemas.openxmlformats.org/drawingml/2006/main">
              <a:ext uri="{FF2B5EF4-FFF2-40B4-BE49-F238E27FC236}">
                <a16:creationId xmlns:a16="http://schemas.microsoft.com/office/drawing/2014/main" id="{B0A41E08-D32C-4241-8D13-87BD357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8677740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核心创新点总结：三大设计创新构建可核验的 AI 安全调查链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681">
            <a:extLst xmlns:a="http://schemas.openxmlformats.org/drawingml/2006/main">
              <a:ext uri="{FF2B5EF4-FFF2-40B4-BE49-F238E27FC236}">
                <a16:creationId xmlns:a16="http://schemas.microsoft.com/office/drawing/2014/main" id="{F2B15751-4052-41FD-97A0-E339305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202740"/>
            <a:ext cx="2295628" cy="53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把调查过程</a:t>
            </a:r>
            <a:endParaRPr sz="323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682">
            <a:extLst xmlns:a="http://schemas.openxmlformats.org/drawingml/2006/main">
              <a:ext uri="{FF2B5EF4-FFF2-40B4-BE49-F238E27FC236}">
                <a16:creationId xmlns:a16="http://schemas.microsoft.com/office/drawing/2014/main" id="{8D3A31CB-0EB1-4E39-84D2-ADEDE662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94165"/>
            <a:ext cx="3525086" cy="53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323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变成可检查的交接</a:t>
            </a:r>
            <a:endParaRPr sz="323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683">
            <a:extLst xmlns:a="http://schemas.openxmlformats.org/drawingml/2006/main">
              <a:ext uri="{FF2B5EF4-FFF2-40B4-BE49-F238E27FC236}">
                <a16:creationId xmlns:a16="http://schemas.microsoft.com/office/drawing/2014/main" id="{F895F11C-CCC3-46C4-8F5D-F234DEB0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216" y="2014453"/>
            <a:ext cx="715154" cy="53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684">
            <a:extLst xmlns:a="http://schemas.openxmlformats.org/drawingml/2006/main">
              <a:ext uri="{FF2B5EF4-FFF2-40B4-BE49-F238E27FC236}">
                <a16:creationId xmlns:a16="http://schemas.microsoft.com/office/drawing/2014/main" id="{6204BACE-BF80-4DDC-A20B-829C3C1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2120725"/>
            <a:ext cx="3561293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受约束的多 Agent 自主调查架构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685">
            <a:extLst xmlns:a="http://schemas.openxmlformats.org/drawingml/2006/main">
              <a:ext uri="{FF2B5EF4-FFF2-40B4-BE49-F238E27FC236}">
                <a16:creationId xmlns:a16="http://schemas.microsoft.com/office/drawing/2014/main" id="{62FAC12B-EF8E-438B-9948-1844265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2685312"/>
            <a:ext cx="3882037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服务端 RequiredTask 必需任务不变量 + 三层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686">
            <a:extLst xmlns:a="http://schemas.openxmlformats.org/drawingml/2006/main">
              <a:ext uri="{FF2B5EF4-FFF2-40B4-BE49-F238E27FC236}">
                <a16:creationId xmlns:a16="http://schemas.microsoft.com/office/drawing/2014/main" id="{849ADAF8-BA76-4897-92BD-C838D00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2902760"/>
            <a:ext cx="2557172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复验与二次自愈（C09 实证）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687">
            <a:extLst xmlns:a="http://schemas.openxmlformats.org/drawingml/2006/main">
              <a:ext uri="{FF2B5EF4-FFF2-40B4-BE49-F238E27FC236}">
                <a16:creationId xmlns:a16="http://schemas.microsoft.com/office/drawing/2014/main" id="{AAD44327-11F6-4CB3-B14C-8542007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216" y="3376036"/>
            <a:ext cx="715154" cy="53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688">
            <a:extLst xmlns:a="http://schemas.openxmlformats.org/drawingml/2006/main">
              <a:ext uri="{FF2B5EF4-FFF2-40B4-BE49-F238E27FC236}">
                <a16:creationId xmlns:a16="http://schemas.microsoft.com/office/drawing/2014/main" id="{BECB57AD-0983-49BB-A123-F8131F8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3482308"/>
            <a:ext cx="3777306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Evidence 驱动与跨源血缘核验机制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689">
            <a:extLst xmlns:a="http://schemas.openxmlformats.org/drawingml/2006/main">
              <a:ext uri="{FF2B5EF4-FFF2-40B4-BE49-F238E27FC236}">
                <a16:creationId xmlns:a16="http://schemas.microsoft.com/office/drawing/2014/main" id="{31936ADC-B7C8-4824-9817-32E1CBA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4046896"/>
            <a:ext cx="3755869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字段区分三档状态，origin() 归并同源转载，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690">
            <a:extLst xmlns:a="http://schemas.openxmlformats.org/drawingml/2006/main">
              <a:ext uri="{FF2B5EF4-FFF2-40B4-BE49-F238E27FC236}">
                <a16:creationId xmlns:a16="http://schemas.microsoft.com/office/drawing/2014/main" id="{E717E1F7-C66F-4F07-9FE8-5143212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4263987"/>
            <a:ext cx="2123179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纠正 22 次重复确认实例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691">
            <a:extLst xmlns:a="http://schemas.openxmlformats.org/drawingml/2006/main">
              <a:ext uri="{FF2B5EF4-FFF2-40B4-BE49-F238E27FC236}">
                <a16:creationId xmlns:a16="http://schemas.microsoft.com/office/drawing/2014/main" id="{240D8EAD-77CA-4D7E-9FAD-62F7284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216" y="4738711"/>
            <a:ext cx="715154" cy="53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323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3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692">
            <a:extLst xmlns:a="http://schemas.openxmlformats.org/drawingml/2006/main">
              <a:ext uri="{FF2B5EF4-FFF2-40B4-BE49-F238E27FC236}">
                <a16:creationId xmlns:a16="http://schemas.microsoft.com/office/drawing/2014/main" id="{362C82CF-5601-4605-A2D4-F695F1A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4844971"/>
            <a:ext cx="3566336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资产上下文与多维护分支判断闭环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693">
            <a:extLst xmlns:a="http://schemas.openxmlformats.org/drawingml/2006/main">
              <a:ext uri="{FF2B5EF4-FFF2-40B4-BE49-F238E27FC236}">
                <a16:creationId xmlns:a16="http://schemas.microsoft.com/office/drawing/2014/main" id="{A42FBC10-AE3D-4B08-945F-01424ED2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5409558"/>
            <a:ext cx="3888337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封存调查时刻版本观察，C08 精准锁定 1.x 维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694">
            <a:extLst xmlns:a="http://schemas.openxmlformats.org/drawingml/2006/main">
              <a:ext uri="{FF2B5EF4-FFF2-40B4-BE49-F238E27FC236}">
                <a16:creationId xmlns:a16="http://schemas.microsoft.com/office/drawing/2014/main" id="{FA0EB6CA-E472-49CC-86E5-FCD7E98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2" y="5627019"/>
            <a:ext cx="2505163" cy="23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4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护分支并绑定 1.2.5 修复证据</a:t>
            </a:r>
            <a:endParaRPr sz="14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695">
            <a:extLst xmlns:a="http://schemas.openxmlformats.org/drawingml/2006/main">
              <a:ext uri="{FF2B5EF4-FFF2-40B4-BE49-F238E27FC236}">
                <a16:creationId xmlns:a16="http://schemas.microsoft.com/office/drawing/2014/main" id="{4320AB5B-4FEA-4D52-A5A4-140840F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29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03866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图片 27">
            <a:extLst xmlns:a="http://schemas.openxmlformats.org/drawingml/2006/main">
              <a:ext uri="{FF2B5EF4-FFF2-40B4-BE49-F238E27FC236}">
                <a16:creationId xmlns:a16="http://schemas.microsoft.com/office/drawing/2014/main" id="{C50EEDD7-9E2F-4BA5-8D79-F87CE8FC8A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e06d7cfa44701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696">
            <a:extLst xmlns:a="http://schemas.openxmlformats.org/drawingml/2006/main">
              <a:ext uri="{FF2B5EF4-FFF2-40B4-BE49-F238E27FC236}">
                <a16:creationId xmlns:a16="http://schemas.microsoft.com/office/drawing/2014/main" id="{B785FD27-513B-477D-A244-2D5A4F59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723631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3" name="editable-diagram-697">
            <a:extLst xmlns:a="http://schemas.openxmlformats.org/drawingml/2006/main">
              <a:ext uri="{FF2B5EF4-FFF2-40B4-BE49-F238E27FC236}">
                <a16:creationId xmlns:a16="http://schemas.microsoft.com/office/drawing/2014/main" id="{04EC3828-A915-47C4-8853-455F7416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6286632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4" name="editable-diagram-698">
            <a:extLst xmlns:a="http://schemas.openxmlformats.org/drawingml/2006/main">
              <a:ext uri="{FF2B5EF4-FFF2-40B4-BE49-F238E27FC236}">
                <a16:creationId xmlns:a16="http://schemas.microsoft.com/office/drawing/2014/main" id="{D32EFD3E-A552-4129-BE44-6C7B7B54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37" y="2714898"/>
            <a:ext cx="942526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5" name="editable-diagram-699">
            <a:extLst xmlns:a="http://schemas.openxmlformats.org/drawingml/2006/main">
              <a:ext uri="{FF2B5EF4-FFF2-40B4-BE49-F238E27FC236}">
                <a16:creationId xmlns:a16="http://schemas.microsoft.com/office/drawing/2014/main" id="{0ABC9106-C838-4474-A6D2-ED4A3FC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095434"/>
            <a:ext cx="11277914" cy="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6" name="editable-diagram-700">
            <a:extLst xmlns:a="http://schemas.openxmlformats.org/drawingml/2006/main">
              <a:ext uri="{FF2B5EF4-FFF2-40B4-BE49-F238E27FC236}">
                <a16:creationId xmlns:a16="http://schemas.microsoft.com/office/drawing/2014/main" id="{6190A5D3-FCE9-483D-B355-E839C899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37" y="3981798"/>
            <a:ext cx="942526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7" name="editable-diagram-701">
            <a:extLst xmlns:a="http://schemas.openxmlformats.org/drawingml/2006/main">
              <a:ext uri="{FF2B5EF4-FFF2-40B4-BE49-F238E27FC236}">
                <a16:creationId xmlns:a16="http://schemas.microsoft.com/office/drawing/2014/main" id="{697A62E9-1DA2-4897-B19F-B8F23DDB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362334"/>
            <a:ext cx="11277914" cy="9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D"/>
          </a:solidFill>
          <a:ln xmlns:a="http://schemas.openxmlformats.org/drawingml/2006/main" w="0">
            <a:noFill/>
          </a:ln>
        </p:spPr>
      </p:sp>
      <p:sp>
        <p:nvSpPr>
          <p:cNvPr id="8" name="editable-diagram-702">
            <a:extLst xmlns:a="http://schemas.openxmlformats.org/drawingml/2006/main">
              <a:ext uri="{FF2B5EF4-FFF2-40B4-BE49-F238E27FC236}">
                <a16:creationId xmlns:a16="http://schemas.microsoft.com/office/drawing/2014/main" id="{931BFD92-A968-4750-A448-C8F01D9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37" y="5248698"/>
            <a:ext cx="942526" cy="1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9F2"/>
          </a:solidFill>
          <a:ln xmlns:a="http://schemas.openxmlformats.org/drawingml/2006/main" w="0">
            <a:noFill/>
          </a:ln>
        </p:spPr>
      </p:sp>
      <p:sp>
        <p:nvSpPr>
          <p:cNvPr id="9" name="editable-text-703">
            <a:extLst xmlns:a="http://schemas.openxmlformats.org/drawingml/2006/main">
              <a:ext uri="{FF2B5EF4-FFF2-40B4-BE49-F238E27FC236}">
                <a16:creationId xmlns:a16="http://schemas.microsoft.com/office/drawing/2014/main" id="{7E3F3A6C-5DAE-4F29-B672-D3C3865B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64201"/>
            <a:ext cx="835486" cy="2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704">
            <a:extLst xmlns:a="http://schemas.openxmlformats.org/drawingml/2006/main">
              <a:ext uri="{FF2B5EF4-FFF2-40B4-BE49-F238E27FC236}">
                <a16:creationId xmlns:a16="http://schemas.microsoft.com/office/drawing/2014/main" id="{9D020DA2-C5AD-4831-B280-250A2D37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93" y="278682"/>
            <a:ext cx="1143000" cy="197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705">
            <a:extLst xmlns:a="http://schemas.openxmlformats.org/drawingml/2006/main">
              <a:ext uri="{FF2B5EF4-FFF2-40B4-BE49-F238E27FC236}">
                <a16:creationId xmlns:a16="http://schemas.microsoft.com/office/drawing/2014/main" id="{D027D0B4-FE84-47AC-A5F0-47387EA5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076142"/>
            <a:ext cx="5837068" cy="407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相较检索与单次生成，补齐三个调查环节</a:t>
            </a:r>
            <a:endParaRPr sz="24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706">
            <a:extLst xmlns:a="http://schemas.openxmlformats.org/drawingml/2006/main">
              <a:ext uri="{FF2B5EF4-FFF2-40B4-BE49-F238E27FC236}">
                <a16:creationId xmlns:a16="http://schemas.microsoft.com/office/drawing/2014/main" id="{58C622CC-FECF-4B20-BF73-2105960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1950747"/>
            <a:ext cx="1182891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任务组织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707">
            <a:extLst xmlns:a="http://schemas.openxmlformats.org/drawingml/2006/main">
              <a:ext uri="{FF2B5EF4-FFF2-40B4-BE49-F238E27FC236}">
                <a16:creationId xmlns:a16="http://schemas.microsoft.com/office/drawing/2014/main" id="{4EB9857D-08C5-4066-9D72-45D8EBD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2588748"/>
            <a:ext cx="3203540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检索或单次生成提供资料、文本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708">
            <a:extLst xmlns:a="http://schemas.openxmlformats.org/drawingml/2006/main">
              <a:ext uri="{FF2B5EF4-FFF2-40B4-BE49-F238E27FC236}">
                <a16:creationId xmlns:a16="http://schemas.microsoft.com/office/drawing/2014/main" id="{1457CA47-D84C-481C-9D7B-4CD1ABE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2522366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709">
            <a:extLst xmlns:a="http://schemas.openxmlformats.org/drawingml/2006/main">
              <a:ext uri="{FF2B5EF4-FFF2-40B4-BE49-F238E27FC236}">
                <a16:creationId xmlns:a16="http://schemas.microsoft.com/office/drawing/2014/main" id="{5B78FAC7-AA80-4A10-9F3B-638AF289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2438973"/>
            <a:ext cx="502465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服务端提取必需任务 + 候选计划经三层契约校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710">
            <a:extLst xmlns:a="http://schemas.openxmlformats.org/drawingml/2006/main">
              <a:ext uri="{FF2B5EF4-FFF2-40B4-BE49-F238E27FC236}">
                <a16:creationId xmlns:a16="http://schemas.microsoft.com/office/drawing/2014/main" id="{A88C5C46-6F7F-4A1F-B550-CE2886E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2724826"/>
            <a:ext cx="2538136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验后按 DAG 依赖执行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711">
            <a:extLst xmlns:a="http://schemas.openxmlformats.org/drawingml/2006/main">
              <a:ext uri="{FF2B5EF4-FFF2-40B4-BE49-F238E27FC236}">
                <a16:creationId xmlns:a16="http://schemas.microsoft.com/office/drawing/2014/main" id="{E075E58B-33F7-467B-B0BA-C4C029B6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216936"/>
            <a:ext cx="1182838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证据处理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712">
            <a:extLst xmlns:a="http://schemas.openxmlformats.org/drawingml/2006/main">
              <a:ext uri="{FF2B5EF4-FFF2-40B4-BE49-F238E27FC236}">
                <a16:creationId xmlns:a16="http://schemas.microsoft.com/office/drawing/2014/main" id="{92623712-A39D-4398-8501-27B21307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3856016"/>
            <a:ext cx="3423398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拿到引用后仍需判断能否支持结论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713">
            <a:extLst xmlns:a="http://schemas.openxmlformats.org/drawingml/2006/main">
              <a:ext uri="{FF2B5EF4-FFF2-40B4-BE49-F238E27FC236}">
                <a16:creationId xmlns:a16="http://schemas.microsoft.com/office/drawing/2014/main" id="{E393037B-1F7E-4F72-A3C3-0E190D04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3789634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714">
            <a:extLst xmlns:a="http://schemas.openxmlformats.org/drawingml/2006/main">
              <a:ext uri="{FF2B5EF4-FFF2-40B4-BE49-F238E27FC236}">
                <a16:creationId xmlns:a16="http://schemas.microsoft.com/office/drawing/2014/main" id="{16EE5DDB-9271-41C5-9BE6-A9F9C99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3705149"/>
            <a:ext cx="513530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按来源血缘归并同源转载，逐声明核验支持与反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715">
            <a:extLst xmlns:a="http://schemas.openxmlformats.org/drawingml/2006/main">
              <a:ext uri="{FF2B5EF4-FFF2-40B4-BE49-F238E27FC236}">
                <a16:creationId xmlns:a16="http://schemas.microsoft.com/office/drawing/2014/main" id="{BEFE7BA5-61A6-4CF4-BF32-BC8C482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3991002"/>
            <a:ext cx="2044183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证，显式保留冲突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716">
            <a:extLst xmlns:a="http://schemas.openxmlformats.org/drawingml/2006/main">
              <a:ext uri="{FF2B5EF4-FFF2-40B4-BE49-F238E27FC236}">
                <a16:creationId xmlns:a16="http://schemas.microsoft.com/office/drawing/2014/main" id="{E2CFEE23-20C5-48DF-AB78-1872C18E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4484191"/>
            <a:ext cx="1182944" cy="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02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资产判断</a:t>
            </a:r>
            <a:endParaRPr sz="202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717">
            <a:extLst xmlns:a="http://schemas.openxmlformats.org/drawingml/2006/main">
              <a:ext uri="{FF2B5EF4-FFF2-40B4-BE49-F238E27FC236}">
                <a16:creationId xmlns:a16="http://schemas.microsoft.com/office/drawing/2014/main" id="{50B188B9-0E6E-41B1-B9F0-15057BF8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23" y="5122548"/>
            <a:ext cx="2984185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73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漏洞描述还需与登记环境比较</a:t>
            </a:r>
            <a:endParaRPr sz="173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718">
            <a:extLst xmlns:a="http://schemas.openxmlformats.org/drawingml/2006/main">
              <a:ext uri="{FF2B5EF4-FFF2-40B4-BE49-F238E27FC236}">
                <a16:creationId xmlns:a16="http://schemas.microsoft.com/office/drawing/2014/main" id="{F52354DE-3B6B-4A26-A21F-E6E9926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80" y="5056179"/>
            <a:ext cx="276706" cy="371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25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719">
            <a:extLst xmlns:a="http://schemas.openxmlformats.org/drawingml/2006/main">
              <a:ext uri="{FF2B5EF4-FFF2-40B4-BE49-F238E27FC236}">
                <a16:creationId xmlns:a16="http://schemas.microsoft.com/office/drawing/2014/main" id="{83FE2FD3-4CD8-4A5C-A240-882AD0E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4972773"/>
            <a:ext cx="5135300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封存固定资产版本快照，精准匹配维护分支，经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720">
            <a:extLst xmlns:a="http://schemas.openxmlformats.org/drawingml/2006/main">
              <a:ext uri="{FF2B5EF4-FFF2-40B4-BE49-F238E27FC236}">
                <a16:creationId xmlns:a16="http://schemas.microsoft.com/office/drawing/2014/main" id="{981F74B9-BD77-49B2-A070-8253491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892" y="5258626"/>
            <a:ext cx="2356327" cy="308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7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六维 Gate 封存交付</a:t>
            </a:r>
            <a:endParaRPr sz="187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editable-text-721">
            <a:extLst xmlns:a="http://schemas.openxmlformats.org/drawingml/2006/main">
              <a:ext uri="{FF2B5EF4-FFF2-40B4-BE49-F238E27FC236}">
                <a16:creationId xmlns:a16="http://schemas.microsoft.com/office/drawing/2014/main" id="{791E8FA4-F55B-424E-8F3E-D1C7A93F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30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67374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BC5EE4BD-A502-482F-A013-0F34E242F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73c002724455d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722">
            <a:extLst xmlns:a="http://schemas.openxmlformats.org/drawingml/2006/main">
              <a:ext uri="{FF2B5EF4-FFF2-40B4-BE49-F238E27FC236}">
                <a16:creationId xmlns:a16="http://schemas.microsoft.com/office/drawing/2014/main" id="{45BC6AF9-5471-45B6-A642-7CD3E7F5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723">
            <a:extLst xmlns:a="http://schemas.openxmlformats.org/drawingml/2006/main">
              <a:ext uri="{FF2B5EF4-FFF2-40B4-BE49-F238E27FC236}">
                <a16:creationId xmlns:a16="http://schemas.microsoft.com/office/drawing/2014/main" id="{A021D115-772A-4E09-86D9-36DCB7F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9B8FE154-140D-4F2D-9DCD-43A56C3FA430}"/>
              </a:ext>
            </a:extLst>
          </p:cNvPr>
          <p:cNvGraphicFramePr/>
          <p:nvPr/>
        </p:nvGraphicFramePr>
        <p:xfrm>
          <a:off xmlns:a="http://schemas.openxmlformats.org/drawingml/2006/main" x="457200" y="1914619"/>
          <a:ext xmlns:a="http://schemas.openxmlformats.org/drawingml/2006/main" cx="11277600" cy="31243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981200"/>
                <a:gridCol w="1981200"/>
                <a:gridCol w="2419350"/>
                <a:gridCol w="2895600"/>
              </a:tblGrid>
              <a:tr h="42864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机制维度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关键词路径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RAG-only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固定工作流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AegisAI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</a:tr>
              <a:tr h="523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资料与生成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精确字段读取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检索后生成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按配置获取资料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注册工具与来源记录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23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任务组织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无独立规划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通常无独立规划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预设任务与依赖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受约束候选计划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证据核验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返回原文片段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不由生成本身保证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可编码核验规则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按血缘归组后逐声明核验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资产适用性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读取资产字段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需额外接入资产判断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可编码版本比较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固定观察与维护分支连接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523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最终验收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检索列表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生成答案与引用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可配置验收节点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六类 Gate 与结构化答案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</a:tbl>
          </a:graphicData>
        </a:graphic>
      </p:graphicFrame>
      <p:sp>
        <p:nvSpPr>
          <p:cNvPr id="5" name="editable-text-724">
            <a:extLst xmlns:a="http://schemas.openxmlformats.org/drawingml/2006/main">
              <a:ext uri="{FF2B5EF4-FFF2-40B4-BE49-F238E27FC236}">
                <a16:creationId xmlns:a16="http://schemas.microsoft.com/office/drawing/2014/main" id="{0BB5FA58-6952-4069-A9F7-708C6BB5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725">
            <a:extLst xmlns:a="http://schemas.openxmlformats.org/drawingml/2006/main">
              <a:ext uri="{FF2B5EF4-FFF2-40B4-BE49-F238E27FC236}">
                <a16:creationId xmlns:a16="http://schemas.microsoft.com/office/drawing/2014/main" id="{A89AC7DB-4D65-47B3-8EEA-BF1357B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1223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726">
            <a:extLst xmlns:a="http://schemas.openxmlformats.org/drawingml/2006/main">
              <a:ext uri="{FF2B5EF4-FFF2-40B4-BE49-F238E27FC236}">
                <a16:creationId xmlns:a16="http://schemas.microsoft.com/office/drawing/2014/main" id="{79AA3183-2A28-4EB3-AA51-CF34B2A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7803036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方案对比：关键词、RAG-only、固定工作流与 AegisAI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727">
            <a:extLst xmlns:a="http://schemas.openxmlformats.org/drawingml/2006/main">
              <a:ext uri="{FF2B5EF4-FFF2-40B4-BE49-F238E27FC236}">
                <a16:creationId xmlns:a16="http://schemas.microsoft.com/office/drawing/2014/main" id="{17763760-C32B-421C-A626-DB3DAACC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4755"/>
            <a:ext cx="7989574" cy="222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差异集中在目标约束、来源血缘核验与资产分支判断；整体优势仍需同口径对比，不由机制表直接推出。</a:t>
            </a:r>
            <a:endParaRPr sz="135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728">
            <a:extLst xmlns:a="http://schemas.openxmlformats.org/drawingml/2006/main">
              <a:ext uri="{FF2B5EF4-FFF2-40B4-BE49-F238E27FC236}">
                <a16:creationId xmlns:a16="http://schemas.microsoft.com/office/drawing/2014/main" id="{98314B4D-9E47-4BCB-90E0-BE8D8F5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31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355403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DB023699-096C-4F76-B324-1F09CC57D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5360361b64be9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729">
            <a:extLst xmlns:a="http://schemas.openxmlformats.org/drawingml/2006/main">
              <a:ext uri="{FF2B5EF4-FFF2-40B4-BE49-F238E27FC236}">
                <a16:creationId xmlns:a16="http://schemas.microsoft.com/office/drawing/2014/main" id="{562A4122-C33E-4FC7-A6B7-701C9C0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730">
            <a:extLst xmlns:a="http://schemas.openxmlformats.org/drawingml/2006/main">
              <a:ext uri="{FF2B5EF4-FFF2-40B4-BE49-F238E27FC236}">
                <a16:creationId xmlns:a16="http://schemas.microsoft.com/office/drawing/2014/main" id="{43510B55-FFAB-4440-9A09-226F710A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653F5AFF-FC0B-4075-8CC5-15493078E3AF}"/>
              </a:ext>
            </a:extLst>
          </p:cNvPr>
          <p:cNvGraphicFramePr/>
          <p:nvPr/>
        </p:nvGraphicFramePr>
        <p:xfrm>
          <a:off xmlns:a="http://schemas.openxmlformats.org/drawingml/2006/main" x="457200" y="1914619"/>
          <a:ext xmlns:a="http://schemas.openxmlformats.org/drawingml/2006/main" cx="11277598" cy="380066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429249"/>
                <a:gridCol w="3848099"/>
              </a:tblGrid>
              <a:tr h="42864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评分要求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作品对应内容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证据与状态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T w="7620">
                      <a:solidFill>
                        <a:srgbClr val="2B4A65"/>
                      </a:solidFill>
                    </a:lnT>
                    <a:lnB w="7620">
                      <a:solidFill>
                        <a:srgbClr val="2B4A65"/>
                      </a:solidFill>
                    </a:lnB>
                    <a:solidFill>
                      <a:srgbClr val="124A70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情报监测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多源、增量、RawDocument 与同步记录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接口与采集记录；持续监测时效另测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情报富化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vendor / EPSS / KEV / PoC / Patch / version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六类任务、冲突检测与声明核验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情报问答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规划、调查、核验、风险、AnswerEnvelope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C08 / C09 HTTP 记录与工作台截图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架构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必需任务约束、多角色产物与工具编排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C09 有限预算内的字段修正案例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自动化与异常处理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依赖调度、领域回滚、幂等与状态留存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成功、失败和部分执行分别追踪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0D2238"/>
                    </a:solidFill>
                  </a:tcPr>
                </a:tc>
              </a:tr>
              <a:tr h="56200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文档与演示</a:t>
                      </a:r>
                      <a:endParaRPr sz="1350" b="1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L w="7620">
                      <a:solidFill>
                        <a:srgbClr val="2B4A65"/>
                      </a:solidFill>
                    </a:lnL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设计图、接口契约、实机与测试材料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原文、产物、轨迹及历史记录可回查</a:t>
                      </a:r>
                      <a:endParaRPr sz="1350" b="0">
                        <a:solidFill>
                          <a:srgbClr val="EDF5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85725" marR="85725" marT="85725" marB="85725" anchor="ctr">
                    <a:lnR w="7620">
                      <a:solidFill>
                        <a:srgbClr val="2B4A65"/>
                      </a:solidFill>
                    </a:lnR>
                    <a:lnB w="7620">
                      <a:solidFill>
                        <a:srgbClr val="2B4A65"/>
                      </a:solidFill>
                    </a:lnB>
                    <a:solidFill>
                      <a:srgbClr val="112D46"/>
                    </a:solidFill>
                  </a:tcPr>
                </a:tc>
              </a:tr>
            </a:tbl>
          </a:graphicData>
        </a:graphic>
      </p:graphicFrame>
      <p:sp>
        <p:nvSpPr>
          <p:cNvPr id="5" name="editable-text-731">
            <a:extLst xmlns:a="http://schemas.openxmlformats.org/drawingml/2006/main">
              <a:ext uri="{FF2B5EF4-FFF2-40B4-BE49-F238E27FC236}">
                <a16:creationId xmlns:a16="http://schemas.microsoft.com/office/drawing/2014/main" id="{8924813C-B986-4640-A2EC-7416DD3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732">
            <a:extLst xmlns:a="http://schemas.openxmlformats.org/drawingml/2006/main">
              <a:ext uri="{FF2B5EF4-FFF2-40B4-BE49-F238E27FC236}">
                <a16:creationId xmlns:a16="http://schemas.microsoft.com/office/drawing/2014/main" id="{51D6FA23-6CF3-4826-8C2E-ABAD1A5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1223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733">
            <a:extLst xmlns:a="http://schemas.openxmlformats.org/drawingml/2006/main">
              <a:ext uri="{FF2B5EF4-FFF2-40B4-BE49-F238E27FC236}">
                <a16:creationId xmlns:a16="http://schemas.microsoft.com/office/drawing/2014/main" id="{03F97B5E-A8FA-4F07-B18C-2251F2FD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44500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评分要求对应的实现与验证记录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734">
            <a:extLst xmlns:a="http://schemas.openxmlformats.org/drawingml/2006/main">
              <a:ext uri="{FF2B5EF4-FFF2-40B4-BE49-F238E27FC236}">
                <a16:creationId xmlns:a16="http://schemas.microsoft.com/office/drawing/2014/main" id="{1492D238-F0C1-4C1A-9B35-61748F5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4755"/>
            <a:ext cx="7303774" cy="222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功能完整性、性能与质量分项提供证据；不以测试数量代替准确率、时效或多跳推理达标结论。</a:t>
            </a:r>
            <a:endParaRPr sz="135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735">
            <a:extLst xmlns:a="http://schemas.openxmlformats.org/drawingml/2006/main">
              <a:ext uri="{FF2B5EF4-FFF2-40B4-BE49-F238E27FC236}">
                <a16:creationId xmlns:a16="http://schemas.microsoft.com/office/drawing/2014/main" id="{F5F73339-5C58-4B38-A451-3F22A4BD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32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605172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26">
            <a:extLst xmlns:a="http://schemas.openxmlformats.org/drawingml/2006/main">
              <a:ext uri="{FF2B5EF4-FFF2-40B4-BE49-F238E27FC236}">
                <a16:creationId xmlns:a16="http://schemas.microsoft.com/office/drawing/2014/main" id="{C0EE4246-13D6-47C4-8C80-825594BE4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e2b5dfd4d45fa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7"/>
          </a:xfrm>
          <a:prstGeom xmlns:a="http://schemas.openxmlformats.org/drawingml/2006/main" prst="rect">
            <a:avLst/>
          </a:prstGeom>
        </p:spPr>
      </p:pic>
      <p:sp>
        <p:nvSpPr>
          <p:cNvPr id="2" name="editable-diagram-736">
            <a:extLst xmlns:a="http://schemas.openxmlformats.org/drawingml/2006/main">
              <a:ext uri="{FF2B5EF4-FFF2-40B4-BE49-F238E27FC236}">
                <a16:creationId xmlns:a16="http://schemas.microsoft.com/office/drawing/2014/main" id="{24882E81-5EF8-48F2-8833-35D666CE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36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3" name="editable-diagram-737">
            <a:extLst xmlns:a="http://schemas.openxmlformats.org/drawingml/2006/main">
              <a:ext uri="{FF2B5EF4-FFF2-40B4-BE49-F238E27FC236}">
                <a16:creationId xmlns:a16="http://schemas.microsoft.com/office/drawing/2014/main" id="{89A6DE49-28D7-458D-B48D-C13C7EB1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49" y="1981297"/>
            <a:ext cx="9525" cy="363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4" name="editable-diagram-738">
            <a:extLst xmlns:a="http://schemas.openxmlformats.org/drawingml/2006/main">
              <a:ext uri="{FF2B5EF4-FFF2-40B4-BE49-F238E27FC236}">
                <a16:creationId xmlns:a16="http://schemas.microsoft.com/office/drawing/2014/main" id="{3A41922C-95E6-43AC-AC0A-EBEA74E9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809"/>
            <a:ext cx="11277598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D"/>
            </a:solidFill>
          </a:ln>
        </p:spPr>
      </p:sp>
      <p:sp>
        <p:nvSpPr>
          <p:cNvPr id="5" name="editable-text-739">
            <a:extLst xmlns:a="http://schemas.openxmlformats.org/drawingml/2006/main">
              <a:ext uri="{FF2B5EF4-FFF2-40B4-BE49-F238E27FC236}">
                <a16:creationId xmlns:a16="http://schemas.microsoft.com/office/drawing/2014/main" id="{8950D8C4-24A0-4A6E-88FB-117684C6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69"/>
            <a:ext cx="852586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AegisAI</a:t>
            </a:r>
            <a:endParaRPr sz="1500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editable-text-740">
            <a:extLst xmlns:a="http://schemas.openxmlformats.org/drawingml/2006/main">
              <a:ext uri="{FF2B5EF4-FFF2-40B4-BE49-F238E27FC236}">
                <a16:creationId xmlns:a16="http://schemas.microsoft.com/office/drawing/2014/main" id="{36EB4F57-0F78-4223-9E7F-4A8FD044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9" y="280189"/>
            <a:ext cx="1122377" cy="198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05  创新与比较</a:t>
            </a:r>
            <a:endParaRPr sz="12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editable-text-741">
            <a:extLst xmlns:a="http://schemas.openxmlformats.org/drawingml/2006/main">
              <a:ext uri="{FF2B5EF4-FFF2-40B4-BE49-F238E27FC236}">
                <a16:creationId xmlns:a16="http://schemas.microsoft.com/office/drawing/2014/main" id="{19F957B2-8CE1-48B7-860F-03346FFB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5227"/>
            <a:ext cx="3230888" cy="39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适用边界与下一步演进</a:t>
            </a:r>
            <a:endParaRPr sz="24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ditable-text-742">
            <a:extLst xmlns:a="http://schemas.openxmlformats.org/drawingml/2006/main">
              <a:ext uri="{FF2B5EF4-FFF2-40B4-BE49-F238E27FC236}">
                <a16:creationId xmlns:a16="http://schemas.microsoft.com/office/drawing/2014/main" id="{D2F79BCB-6B09-4A50-9917-8A25697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0726"/>
            <a:ext cx="1823093" cy="35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当前适用边界</a:t>
            </a:r>
            <a:endParaRPr sz="217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able-text-743">
            <a:extLst xmlns:a="http://schemas.openxmlformats.org/drawingml/2006/main">
              <a:ext uri="{FF2B5EF4-FFF2-40B4-BE49-F238E27FC236}">
                <a16:creationId xmlns:a16="http://schemas.microsoft.com/office/drawing/2014/main" id="{10DE0CB7-B07B-4933-8E2C-1DCAEF92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2030726"/>
            <a:ext cx="1270643" cy="35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演进方向</a:t>
            </a:r>
            <a:endParaRPr sz="217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able-text-744">
            <a:extLst xmlns:a="http://schemas.openxmlformats.org/drawingml/2006/main">
              <a:ext uri="{FF2B5EF4-FFF2-40B4-BE49-F238E27FC236}">
                <a16:creationId xmlns:a16="http://schemas.microsoft.com/office/drawing/2014/main" id="{CE3CA642-857C-4270-A940-4DE65C6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9717"/>
            <a:ext cx="1051567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授权库存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able-text-745">
            <a:extLst xmlns:a="http://schemas.openxmlformats.org/drawingml/2006/main">
              <a:ext uri="{FF2B5EF4-FFF2-40B4-BE49-F238E27FC236}">
                <a16:creationId xmlns:a16="http://schemas.microsoft.com/office/drawing/2014/main" id="{D5D07A38-CC67-4DA9-8F69-96E3181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3688"/>
            <a:ext cx="5520695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面向用户登记资产与版本观察，登记值不冒充实际扫描结果。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able-text-746">
            <a:extLst xmlns:a="http://schemas.openxmlformats.org/drawingml/2006/main">
              <a:ext uri="{FF2B5EF4-FFF2-40B4-BE49-F238E27FC236}">
                <a16:creationId xmlns:a16="http://schemas.microsoft.com/office/drawing/2014/main" id="{D3016447-A436-4CEA-A75F-1B731AF6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6570"/>
            <a:ext cx="1642154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静态 PoC 关联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able-text-747">
            <a:extLst xmlns:a="http://schemas.openxmlformats.org/drawingml/2006/main">
              <a:ext uri="{FF2B5EF4-FFF2-40B4-BE49-F238E27FC236}">
                <a16:creationId xmlns:a16="http://schemas.microsoft.com/office/drawing/2014/main" id="{403EA710-5E2D-4FA7-96F5-CC1A3FF9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541"/>
            <a:ext cx="5320670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候选发现和引用核验不等同于执行利用，不据此宣称漏洞可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able-text-748">
            <a:extLst xmlns:a="http://schemas.openxmlformats.org/drawingml/2006/main">
              <a:ext uri="{FF2B5EF4-FFF2-40B4-BE49-F238E27FC236}">
                <a16:creationId xmlns:a16="http://schemas.microsoft.com/office/drawing/2014/main" id="{9787E866-BA09-4B3B-8463-4703488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0588"/>
            <a:ext cx="720096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利用。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able-text-749">
            <a:extLst xmlns:a="http://schemas.openxmlformats.org/drawingml/2006/main">
              <a:ext uri="{FF2B5EF4-FFF2-40B4-BE49-F238E27FC236}">
                <a16:creationId xmlns:a16="http://schemas.microsoft.com/office/drawing/2014/main" id="{9E5CAE23-AABC-4F61-A489-40348B7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3422"/>
            <a:ext cx="1508767" cy="2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显式不确定性</a:t>
            </a:r>
            <a:endParaRPr sz="1800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editable-text-750">
            <a:extLst xmlns:a="http://schemas.openxmlformats.org/drawingml/2006/main">
              <a:ext uri="{FF2B5EF4-FFF2-40B4-BE49-F238E27FC236}">
                <a16:creationId xmlns:a16="http://schemas.microsoft.com/office/drawing/2014/main" id="{A7BE2EE0-CB05-4ACC-A924-79DCCB5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7393"/>
            <a:ext cx="5320670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来源冲突、缺失版本和范围不可比较时保留缺口或转人工复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ditable-text-751">
            <a:extLst xmlns:a="http://schemas.openxmlformats.org/drawingml/2006/main">
              <a:ext uri="{FF2B5EF4-FFF2-40B4-BE49-F238E27FC236}">
                <a16:creationId xmlns:a16="http://schemas.microsoft.com/office/drawing/2014/main" id="{B58CBC67-0CED-4816-8F59-035D2FB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7440"/>
            <a:ext cx="520071" cy="2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核。</a:t>
            </a:r>
            <a:endParaRPr sz="1575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ditable-text-752">
            <a:extLst xmlns:a="http://schemas.openxmlformats.org/drawingml/2006/main">
              <a:ext uri="{FF2B5EF4-FFF2-40B4-BE49-F238E27FC236}">
                <a16:creationId xmlns:a16="http://schemas.microsoft.com/office/drawing/2014/main" id="{E999E1CC-AD0A-468F-976B-BA99118D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2590057"/>
            <a:ext cx="1007751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策略绑定</a:t>
            </a:r>
            <a:endParaRPr sz="172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editable-text-753">
            <a:extLst xmlns:a="http://schemas.openxmlformats.org/drawingml/2006/main">
              <a:ext uri="{FF2B5EF4-FFF2-40B4-BE49-F238E27FC236}">
                <a16:creationId xmlns:a16="http://schemas.microsoft.com/office/drawing/2014/main" id="{410E3FC7-27E0-42FD-BB86-E2F6A945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2926875"/>
            <a:ext cx="39243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显式绑定风险政策的身份、版本与验收规则。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ditable-text-754">
            <a:extLst xmlns:a="http://schemas.openxmlformats.org/drawingml/2006/main">
              <a:ext uri="{FF2B5EF4-FFF2-40B4-BE49-F238E27FC236}">
                <a16:creationId xmlns:a16="http://schemas.microsoft.com/office/drawing/2014/main" id="{D3BC34AA-5199-4375-8D7D-615F1A3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3409247"/>
            <a:ext cx="1007751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范围差异</a:t>
            </a:r>
            <a:endParaRPr sz="172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ditable-text-755">
            <a:extLst xmlns:a="http://schemas.openxmlformats.org/drawingml/2006/main">
              <a:ext uri="{FF2B5EF4-FFF2-40B4-BE49-F238E27FC236}">
                <a16:creationId xmlns:a16="http://schemas.microsoft.com/office/drawing/2014/main" id="{789BA610-5984-4B9F-9F08-F72DCE31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3746065"/>
            <a:ext cx="37338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单独识别公告正文与结构化版本范围差异。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ditable-text-756">
            <a:extLst xmlns:a="http://schemas.openxmlformats.org/drawingml/2006/main">
              <a:ext uri="{FF2B5EF4-FFF2-40B4-BE49-F238E27FC236}">
                <a16:creationId xmlns:a16="http://schemas.microsoft.com/office/drawing/2014/main" id="{BC0EE92F-B5D9-466C-8F56-882457A4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4228437"/>
            <a:ext cx="1664976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独立评测与时效</a:t>
            </a:r>
            <a:endParaRPr sz="172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ditable-text-757">
            <a:extLst xmlns:a="http://schemas.openxmlformats.org/drawingml/2006/main">
              <a:ext uri="{FF2B5EF4-FFF2-40B4-BE49-F238E27FC236}">
                <a16:creationId xmlns:a16="http://schemas.microsoft.com/office/drawing/2014/main" id="{0B526E86-FC38-4324-8B32-381B6358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4565256"/>
            <a:ext cx="4876805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按公告簇隔离留出集，补充持续采集延迟及稳定性评测。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ditable-text-758">
            <a:extLst xmlns:a="http://schemas.openxmlformats.org/drawingml/2006/main">
              <a:ext uri="{FF2B5EF4-FFF2-40B4-BE49-F238E27FC236}">
                <a16:creationId xmlns:a16="http://schemas.microsoft.com/office/drawing/2014/main" id="{DF3A891C-DC3C-4A9A-9998-6F035ED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5047628"/>
            <a:ext cx="1445901" cy="28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EDF5FF"/>
                </a:solidFill>
                <a:latin typeface="微软雅黑"/>
                <a:ea typeface="微软雅黑"/>
                <a:cs typeface="微软雅黑"/>
              </a:rPr>
              <a:t>授权应用扩展</a:t>
            </a:r>
            <a:endParaRPr sz="1725" b="1">
              <a:solidFill>
                <a:srgbClr val="EDF5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ditable-text-759">
            <a:extLst xmlns:a="http://schemas.openxmlformats.org/drawingml/2006/main">
              <a:ext uri="{FF2B5EF4-FFF2-40B4-BE49-F238E27FC236}">
                <a16:creationId xmlns:a16="http://schemas.microsoft.com/office/drawing/2014/main" id="{EE2EF24F-0BB3-4E20-B28A-2109DAF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4" y="5384446"/>
            <a:ext cx="3845891" cy="24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6BAD3"/>
                </a:solidFill>
                <a:latin typeface="微软雅黑"/>
                <a:ea typeface="微软雅黑"/>
                <a:cs typeface="微软雅黑"/>
              </a:rPr>
              <a:t>逐步对接企业 SBOM 与受控补丁验证流程。</a:t>
            </a:r>
            <a:endParaRPr sz="1500" b="0">
              <a:solidFill>
                <a:srgbClr val="A6BA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ditable-text-760">
            <a:extLst xmlns:a="http://schemas.openxmlformats.org/drawingml/2006/main">
              <a:ext uri="{FF2B5EF4-FFF2-40B4-BE49-F238E27FC236}">
                <a16:creationId xmlns:a16="http://schemas.microsoft.com/office/drawing/2014/main" id="{189D89E7-7403-459E-B963-1F385016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3D9F2"/>
                </a:solidFill>
                <a:latin typeface="微软雅黑"/>
                <a:ea typeface="微软雅黑"/>
                <a:cs typeface="微软雅黑"/>
              </a:rPr>
              <a:t>33</a:t>
            </a:r>
            <a:endParaRPr sz="1125" b="1">
              <a:solidFill>
                <a:srgbClr val="53D9F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86805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1DC2D76-7059-41D4-B41E-CECEC8166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6c596f99342f5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22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2026-10-19T15:07:09.1490000Z</dcterms:created>
  <dcterms:modified xsi:type="dcterms:W3CDTF">2026-10-19T15:07:09.1490000Z</dcterms:modified>
</coreProperties>
</file>